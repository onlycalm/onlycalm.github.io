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6" r:id="rId1"/>
  </p:sldMasterIdLst>
  <p:sldIdLst>
    <p:sldId id="257" r:id="rId2"/>
    <p:sldId id="258" r:id="rId3"/>
    <p:sldId id="256"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鹏宇 陈" initials="鹏宇" lastIdx="1" clrIdx="0">
    <p:extLst>
      <p:ext uri="{19B8F6BF-5375-455C-9EA6-DF929625EA0E}">
        <p15:presenceInfo xmlns:p15="http://schemas.microsoft.com/office/powerpoint/2012/main" userId="1a6de360ab2e7ef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commentAuthors" Target="commentAuthor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diagrams/_rels/data2.xml.rels><?xml version="1.0" encoding="UTF-8" standalone="yes"?>
<Relationships xmlns="http://schemas.openxmlformats.org/package/2006/relationships"><Relationship Id="rId3" Type="http://schemas.openxmlformats.org/officeDocument/2006/relationships/hyperlink" Target="&#25925;&#38556;&#22411;&#21442;&#25968;.html" TargetMode="External"/><Relationship Id="rId2" Type="http://schemas.openxmlformats.org/officeDocument/2006/relationships/hyperlink" Target="&#29366;&#24577;&#22411;&#21442;&#25968;.html" TargetMode="External"/><Relationship Id="rId1" Type="http://schemas.openxmlformats.org/officeDocument/2006/relationships/hyperlink" Target="&#21151;&#33021;&#22411;&#21442;&#25968;.html" TargetMode="External"/><Relationship Id="rId5" Type="http://schemas.openxmlformats.org/officeDocument/2006/relationships/image" Target="../media/image4.jpg"/><Relationship Id="rId4" Type="http://schemas.openxmlformats.org/officeDocument/2006/relationships/hyperlink" Target="&#26222;&#36890;&#20540;&#21442;&#25968;.html" TargetMode="External"/></Relationships>
</file>

<file path=ppt/diagrams/_rels/data3.xml.rels><?xml version="1.0" encoding="UTF-8" standalone="yes"?>
<Relationships xmlns="http://schemas.openxmlformats.org/package/2006/relationships"><Relationship Id="rId3" Type="http://schemas.openxmlformats.org/officeDocument/2006/relationships/hyperlink" Target="&#24322;&#24120;.html" TargetMode="External"/><Relationship Id="rId2" Type="http://schemas.openxmlformats.org/officeDocument/2006/relationships/hyperlink" Target="&#38169;&#35823;&#22788;&#29702;&#20195;&#30721;.html" TargetMode="External"/><Relationship Id="rId1" Type="http://schemas.openxmlformats.org/officeDocument/2006/relationships/hyperlink" Target="&#26029;&#35328;.html" TargetMode="External"/><Relationship Id="rId6" Type="http://schemas.openxmlformats.org/officeDocument/2006/relationships/hyperlink" Target="&#35843;&#35797;log.html" TargetMode="External"/><Relationship Id="rId5" Type="http://schemas.openxmlformats.org/officeDocument/2006/relationships/hyperlink" Target="&#38169;&#35823;&#30721;.html" TargetMode="External"/><Relationship Id="rId4" Type="http://schemas.openxmlformats.org/officeDocument/2006/relationships/hyperlink" Target="&#38548;&#26639;.html" TargetMode="External"/></Relationships>
</file>

<file path=ppt/diagrams/_rels/drawing2.xml.rels><?xml version="1.0" encoding="UTF-8" standalone="yes"?>
<Relationships xmlns="http://schemas.openxmlformats.org/package/2006/relationships"><Relationship Id="rId1" Type="http://schemas.openxmlformats.org/officeDocument/2006/relationships/image" Target="../media/image4.jp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B9BBDF2-D679-42F1-8BB1-871304821A58}"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zh-CN" altLang="en-US"/>
        </a:p>
      </dgm:t>
    </dgm:pt>
    <dgm:pt modelId="{BDB08EAB-B89D-472B-A20A-4192A5A0D11B}">
      <dgm:prSet phldrT="[文本]"/>
      <dgm:spPr/>
      <dgm:t>
        <a:bodyPr/>
        <a:lstStyle/>
        <a:p>
          <a:r>
            <a:rPr lang="zh-CN" altLang="en-US" dirty="0">
              <a:solidFill>
                <a:schemeClr val="bg2">
                  <a:lumMod val="50000"/>
                </a:schemeClr>
              </a:solidFill>
            </a:rPr>
            <a:t>为什么要检验？ </a:t>
          </a:r>
        </a:p>
      </dgm:t>
    </dgm:pt>
    <dgm:pt modelId="{A5B9152D-A4F6-4B0B-973F-FD7E1B258D7B}" type="parTrans" cxnId="{6EF9E9C0-36CD-4FF5-82D8-5AC58D987E20}">
      <dgm:prSet/>
      <dgm:spPr/>
      <dgm:t>
        <a:bodyPr/>
        <a:lstStyle/>
        <a:p>
          <a:endParaRPr lang="zh-CN" altLang="en-US"/>
        </a:p>
      </dgm:t>
    </dgm:pt>
    <dgm:pt modelId="{8A60C458-9AAA-4072-8670-7E6C5B08CCA1}" type="sibTrans" cxnId="{6EF9E9C0-36CD-4FF5-82D8-5AC58D987E20}">
      <dgm:prSet/>
      <dgm:spPr/>
      <dgm:t>
        <a:bodyPr/>
        <a:lstStyle/>
        <a:p>
          <a:endParaRPr lang="zh-CN" altLang="en-US"/>
        </a:p>
      </dgm:t>
    </dgm:pt>
    <dgm:pt modelId="{8ACA26BA-A910-4335-A35F-81D3CDBC7BA4}">
      <dgm:prSet phldrT="[文本]"/>
      <dgm:spPr/>
      <dgm:t>
        <a:bodyPr/>
        <a:lstStyle/>
        <a:p>
          <a:r>
            <a:rPr lang="zh-CN" altLang="en-US" dirty="0">
              <a:solidFill>
                <a:schemeClr val="bg2">
                  <a:lumMod val="50000"/>
                </a:schemeClr>
              </a:solidFill>
            </a:rPr>
            <a:t>哪些情况判为参数失效？ </a:t>
          </a:r>
        </a:p>
      </dgm:t>
    </dgm:pt>
    <dgm:pt modelId="{F05CCA6A-F4E0-496F-9059-1605D3C05DAD}" type="parTrans" cxnId="{A52497BC-68D4-4D81-8273-1ADC59F85378}">
      <dgm:prSet/>
      <dgm:spPr/>
      <dgm:t>
        <a:bodyPr/>
        <a:lstStyle/>
        <a:p>
          <a:endParaRPr lang="zh-CN" altLang="en-US"/>
        </a:p>
      </dgm:t>
    </dgm:pt>
    <dgm:pt modelId="{AD7B122A-E6D1-4E78-BB94-63089E5A85DB}" type="sibTrans" cxnId="{A52497BC-68D4-4D81-8273-1ADC59F85378}">
      <dgm:prSet/>
      <dgm:spPr/>
      <dgm:t>
        <a:bodyPr/>
        <a:lstStyle/>
        <a:p>
          <a:endParaRPr lang="zh-CN" altLang="en-US"/>
        </a:p>
      </dgm:t>
    </dgm:pt>
    <dgm:pt modelId="{8B3AB246-A49B-4EB5-B71F-69D7D05530CD}">
      <dgm:prSet phldrT="[文本]"/>
      <dgm:spPr/>
      <dgm:t>
        <a:bodyPr/>
        <a:lstStyle/>
        <a:p>
          <a:r>
            <a:rPr lang="zh-CN" altLang="en-US" dirty="0">
              <a:solidFill>
                <a:schemeClr val="bg2">
                  <a:lumMod val="50000"/>
                </a:schemeClr>
              </a:solidFill>
            </a:rPr>
            <a:t>有哪些参数需要检验？ </a:t>
          </a:r>
        </a:p>
      </dgm:t>
    </dgm:pt>
    <dgm:pt modelId="{5AF2B8EA-1F81-431D-873B-B53BDEE99399}" type="parTrans" cxnId="{4D2F8403-C806-4762-989A-127CB5AB2430}">
      <dgm:prSet/>
      <dgm:spPr/>
      <dgm:t>
        <a:bodyPr/>
        <a:lstStyle/>
        <a:p>
          <a:endParaRPr lang="zh-CN" altLang="en-US"/>
        </a:p>
      </dgm:t>
    </dgm:pt>
    <dgm:pt modelId="{2E10ADFC-6966-4B51-B7C7-8CED46047E77}" type="sibTrans" cxnId="{4D2F8403-C806-4762-989A-127CB5AB2430}">
      <dgm:prSet/>
      <dgm:spPr/>
      <dgm:t>
        <a:bodyPr/>
        <a:lstStyle/>
        <a:p>
          <a:endParaRPr lang="zh-CN" altLang="en-US"/>
        </a:p>
      </dgm:t>
    </dgm:pt>
    <dgm:pt modelId="{2FDB3D6C-89EE-485E-9A85-E248E8FBE118}">
      <dgm:prSet phldrT="[文本]"/>
      <dgm:spPr/>
      <dgm:t>
        <a:bodyPr/>
        <a:lstStyle/>
        <a:p>
          <a:r>
            <a:rPr lang="zh-CN" altLang="en-US" dirty="0">
              <a:solidFill>
                <a:schemeClr val="bg2">
                  <a:lumMod val="50000"/>
                </a:schemeClr>
              </a:solidFill>
            </a:rPr>
            <a:t>怎么检测？ </a:t>
          </a:r>
        </a:p>
      </dgm:t>
    </dgm:pt>
    <dgm:pt modelId="{C13F586B-403C-472E-B9C7-4330D0D647F2}" type="parTrans" cxnId="{E15BFA68-BC1C-4921-8B57-CC91242B9F50}">
      <dgm:prSet/>
      <dgm:spPr/>
      <dgm:t>
        <a:bodyPr/>
        <a:lstStyle/>
        <a:p>
          <a:endParaRPr lang="zh-CN" altLang="en-US"/>
        </a:p>
      </dgm:t>
    </dgm:pt>
    <dgm:pt modelId="{7C0FBC1F-C774-4222-BF7F-3F48B0A7340D}" type="sibTrans" cxnId="{E15BFA68-BC1C-4921-8B57-CC91242B9F50}">
      <dgm:prSet/>
      <dgm:spPr/>
      <dgm:t>
        <a:bodyPr/>
        <a:lstStyle/>
        <a:p>
          <a:endParaRPr lang="zh-CN" altLang="en-US"/>
        </a:p>
      </dgm:t>
    </dgm:pt>
    <dgm:pt modelId="{0E16A575-ACBB-48A8-8459-F93565ECD022}">
      <dgm:prSet phldrT="[文本]"/>
      <dgm:spPr/>
      <dgm:t>
        <a:bodyPr/>
        <a:lstStyle/>
        <a:p>
          <a:r>
            <a:rPr lang="zh-CN" altLang="en-US" dirty="0">
              <a:solidFill>
                <a:schemeClr val="bg2">
                  <a:lumMod val="50000"/>
                </a:schemeClr>
              </a:solidFill>
            </a:rPr>
            <a:t>在哪里检验？ </a:t>
          </a:r>
        </a:p>
      </dgm:t>
    </dgm:pt>
    <dgm:pt modelId="{CD570645-9B77-4E37-BC96-82FB34B52CB9}" type="parTrans" cxnId="{235FBC19-6A1A-49F6-B4BB-0F877304B5F7}">
      <dgm:prSet/>
      <dgm:spPr/>
      <dgm:t>
        <a:bodyPr/>
        <a:lstStyle/>
        <a:p>
          <a:endParaRPr lang="zh-CN" altLang="en-US"/>
        </a:p>
      </dgm:t>
    </dgm:pt>
    <dgm:pt modelId="{2600AB35-4416-478F-8F11-DA881A492A73}" type="sibTrans" cxnId="{235FBC19-6A1A-49F6-B4BB-0F877304B5F7}">
      <dgm:prSet/>
      <dgm:spPr/>
      <dgm:t>
        <a:bodyPr/>
        <a:lstStyle/>
        <a:p>
          <a:endParaRPr lang="zh-CN" altLang="en-US"/>
        </a:p>
      </dgm:t>
    </dgm:pt>
    <dgm:pt modelId="{A166249B-6A6C-4A4B-B8F8-2FAFDEE542C7}">
      <dgm:prSet phldrT="[文本]"/>
      <dgm:spPr/>
      <dgm:t>
        <a:bodyPr/>
        <a:lstStyle/>
        <a:p>
          <a:r>
            <a:rPr lang="zh-CN" altLang="en-US" dirty="0">
              <a:solidFill>
                <a:schemeClr val="bg2">
                  <a:lumMod val="50000"/>
                </a:schemeClr>
              </a:solidFill>
            </a:rPr>
            <a:t>怎么处理？ </a:t>
          </a:r>
        </a:p>
      </dgm:t>
    </dgm:pt>
    <dgm:pt modelId="{70457FFF-9F14-4275-B0A2-1E2D3F0FDE16}" type="parTrans" cxnId="{E1501E3F-FE9F-46AC-B53F-FE637F0E181E}">
      <dgm:prSet/>
      <dgm:spPr/>
      <dgm:t>
        <a:bodyPr/>
        <a:lstStyle/>
        <a:p>
          <a:endParaRPr lang="zh-CN" altLang="en-US"/>
        </a:p>
      </dgm:t>
    </dgm:pt>
    <dgm:pt modelId="{019E81AC-519F-4BB1-A99D-AB75377F558D}" type="sibTrans" cxnId="{E1501E3F-FE9F-46AC-B53F-FE637F0E181E}">
      <dgm:prSet/>
      <dgm:spPr/>
      <dgm:t>
        <a:bodyPr/>
        <a:lstStyle/>
        <a:p>
          <a:endParaRPr lang="zh-CN" altLang="en-US"/>
        </a:p>
      </dgm:t>
    </dgm:pt>
    <dgm:pt modelId="{A50C4387-96B9-4133-BF34-59799BAF1882}" type="pres">
      <dgm:prSet presAssocID="{8B9BBDF2-D679-42F1-8BB1-871304821A58}" presName="Name0" presStyleCnt="0">
        <dgm:presLayoutVars>
          <dgm:chMax val="7"/>
          <dgm:chPref val="7"/>
          <dgm:dir/>
        </dgm:presLayoutVars>
      </dgm:prSet>
      <dgm:spPr/>
    </dgm:pt>
    <dgm:pt modelId="{F0173690-1624-4E65-BAC8-1E6F7EF099B1}" type="pres">
      <dgm:prSet presAssocID="{8B9BBDF2-D679-42F1-8BB1-871304821A58}" presName="Name1" presStyleCnt="0"/>
      <dgm:spPr/>
    </dgm:pt>
    <dgm:pt modelId="{4A762C2E-BD1A-491A-A474-6CE5B6F7AABE}" type="pres">
      <dgm:prSet presAssocID="{8B9BBDF2-D679-42F1-8BB1-871304821A58}" presName="cycle" presStyleCnt="0"/>
      <dgm:spPr/>
    </dgm:pt>
    <dgm:pt modelId="{52F869A6-0D3A-4517-87EE-BE933A5D17AB}" type="pres">
      <dgm:prSet presAssocID="{8B9BBDF2-D679-42F1-8BB1-871304821A58}" presName="srcNode" presStyleLbl="node1" presStyleIdx="0" presStyleCnt="6"/>
      <dgm:spPr/>
    </dgm:pt>
    <dgm:pt modelId="{953B7269-524F-4FF4-AF52-4DD07ED74AB7}" type="pres">
      <dgm:prSet presAssocID="{8B9BBDF2-D679-42F1-8BB1-871304821A58}" presName="conn" presStyleLbl="parChTrans1D2" presStyleIdx="0" presStyleCnt="1"/>
      <dgm:spPr/>
    </dgm:pt>
    <dgm:pt modelId="{44C7D6BA-62F6-48E5-9298-B227DEC66DD6}" type="pres">
      <dgm:prSet presAssocID="{8B9BBDF2-D679-42F1-8BB1-871304821A58}" presName="extraNode" presStyleLbl="node1" presStyleIdx="0" presStyleCnt="6"/>
      <dgm:spPr/>
    </dgm:pt>
    <dgm:pt modelId="{896DEE3D-48E5-4410-AE10-5BBF95CB3615}" type="pres">
      <dgm:prSet presAssocID="{8B9BBDF2-D679-42F1-8BB1-871304821A58}" presName="dstNode" presStyleLbl="node1" presStyleIdx="0" presStyleCnt="6"/>
      <dgm:spPr/>
    </dgm:pt>
    <dgm:pt modelId="{32EF8B35-2351-4976-8583-3F823F8D68EE}" type="pres">
      <dgm:prSet presAssocID="{BDB08EAB-B89D-472B-A20A-4192A5A0D11B}" presName="text_1" presStyleLbl="node1" presStyleIdx="0" presStyleCnt="6">
        <dgm:presLayoutVars>
          <dgm:bulletEnabled val="1"/>
        </dgm:presLayoutVars>
      </dgm:prSet>
      <dgm:spPr/>
    </dgm:pt>
    <dgm:pt modelId="{89FB9B3F-2D13-4A56-8ECB-62F1D52E3970}" type="pres">
      <dgm:prSet presAssocID="{BDB08EAB-B89D-472B-A20A-4192A5A0D11B}" presName="accent_1" presStyleCnt="0"/>
      <dgm:spPr/>
    </dgm:pt>
    <dgm:pt modelId="{1EFA8C3B-6293-4E4D-96ED-056F6D3B2F7E}" type="pres">
      <dgm:prSet presAssocID="{BDB08EAB-B89D-472B-A20A-4192A5A0D11B}" presName="accentRepeatNode" presStyleLbl="solidFgAcc1" presStyleIdx="0" presStyleCnt="6"/>
      <dgm:spPr/>
    </dgm:pt>
    <dgm:pt modelId="{34669454-AFA5-468D-85DC-83D6D16CB228}" type="pres">
      <dgm:prSet presAssocID="{8ACA26BA-A910-4335-A35F-81D3CDBC7BA4}" presName="text_2" presStyleLbl="node1" presStyleIdx="1" presStyleCnt="6">
        <dgm:presLayoutVars>
          <dgm:bulletEnabled val="1"/>
        </dgm:presLayoutVars>
      </dgm:prSet>
      <dgm:spPr/>
    </dgm:pt>
    <dgm:pt modelId="{D2BC4490-EA0D-4863-83B0-9E02B3EA4F1B}" type="pres">
      <dgm:prSet presAssocID="{8ACA26BA-A910-4335-A35F-81D3CDBC7BA4}" presName="accent_2" presStyleCnt="0"/>
      <dgm:spPr/>
    </dgm:pt>
    <dgm:pt modelId="{8653B433-D700-4D65-8D25-72EEAB8C4AB5}" type="pres">
      <dgm:prSet presAssocID="{8ACA26BA-A910-4335-A35F-81D3CDBC7BA4}" presName="accentRepeatNode" presStyleLbl="solidFgAcc1" presStyleIdx="1" presStyleCnt="6"/>
      <dgm:spPr/>
    </dgm:pt>
    <dgm:pt modelId="{2F0419A9-5FFE-429D-81DA-0E6F69FD3C96}" type="pres">
      <dgm:prSet presAssocID="{8B3AB246-A49B-4EB5-B71F-69D7D05530CD}" presName="text_3" presStyleLbl="node1" presStyleIdx="2" presStyleCnt="6">
        <dgm:presLayoutVars>
          <dgm:bulletEnabled val="1"/>
        </dgm:presLayoutVars>
      </dgm:prSet>
      <dgm:spPr/>
    </dgm:pt>
    <dgm:pt modelId="{737EB0AB-693E-458F-9A82-66EF73906E6B}" type="pres">
      <dgm:prSet presAssocID="{8B3AB246-A49B-4EB5-B71F-69D7D05530CD}" presName="accent_3" presStyleCnt="0"/>
      <dgm:spPr/>
    </dgm:pt>
    <dgm:pt modelId="{D9FF7365-B51C-4273-AF32-31EF9FB3A72A}" type="pres">
      <dgm:prSet presAssocID="{8B3AB246-A49B-4EB5-B71F-69D7D05530CD}" presName="accentRepeatNode" presStyleLbl="solidFgAcc1" presStyleIdx="2" presStyleCnt="6"/>
      <dgm:spPr/>
    </dgm:pt>
    <dgm:pt modelId="{EA14A051-F636-45A3-A43B-DA966BD8326F}" type="pres">
      <dgm:prSet presAssocID="{2FDB3D6C-89EE-485E-9A85-E248E8FBE118}" presName="text_4" presStyleLbl="node1" presStyleIdx="3" presStyleCnt="6">
        <dgm:presLayoutVars>
          <dgm:bulletEnabled val="1"/>
        </dgm:presLayoutVars>
      </dgm:prSet>
      <dgm:spPr/>
    </dgm:pt>
    <dgm:pt modelId="{17EC8066-139B-4459-822B-0C007D7C4743}" type="pres">
      <dgm:prSet presAssocID="{2FDB3D6C-89EE-485E-9A85-E248E8FBE118}" presName="accent_4" presStyleCnt="0"/>
      <dgm:spPr/>
    </dgm:pt>
    <dgm:pt modelId="{AA2CD361-BCE4-4214-8BD1-949158D251BE}" type="pres">
      <dgm:prSet presAssocID="{2FDB3D6C-89EE-485E-9A85-E248E8FBE118}" presName="accentRepeatNode" presStyleLbl="solidFgAcc1" presStyleIdx="3" presStyleCnt="6"/>
      <dgm:spPr/>
    </dgm:pt>
    <dgm:pt modelId="{C9B55AD8-C87F-4AF6-8F00-F8F7DE065AA8}" type="pres">
      <dgm:prSet presAssocID="{0E16A575-ACBB-48A8-8459-F93565ECD022}" presName="text_5" presStyleLbl="node1" presStyleIdx="4" presStyleCnt="6">
        <dgm:presLayoutVars>
          <dgm:bulletEnabled val="1"/>
        </dgm:presLayoutVars>
      </dgm:prSet>
      <dgm:spPr/>
    </dgm:pt>
    <dgm:pt modelId="{C3C8023B-8EA0-48C7-8BF0-11C1072A3E28}" type="pres">
      <dgm:prSet presAssocID="{0E16A575-ACBB-48A8-8459-F93565ECD022}" presName="accent_5" presStyleCnt="0"/>
      <dgm:spPr/>
    </dgm:pt>
    <dgm:pt modelId="{CE4E234C-0B18-463D-8AAC-7F44E3560D9E}" type="pres">
      <dgm:prSet presAssocID="{0E16A575-ACBB-48A8-8459-F93565ECD022}" presName="accentRepeatNode" presStyleLbl="solidFgAcc1" presStyleIdx="4" presStyleCnt="6"/>
      <dgm:spPr/>
    </dgm:pt>
    <dgm:pt modelId="{BEEFC813-3166-4075-8495-90A15CAB36BE}" type="pres">
      <dgm:prSet presAssocID="{A166249B-6A6C-4A4B-B8F8-2FAFDEE542C7}" presName="text_6" presStyleLbl="node1" presStyleIdx="5" presStyleCnt="6">
        <dgm:presLayoutVars>
          <dgm:bulletEnabled val="1"/>
        </dgm:presLayoutVars>
      </dgm:prSet>
      <dgm:spPr/>
    </dgm:pt>
    <dgm:pt modelId="{4DCCC26E-661B-4BEB-B79B-47FDE536B2B2}" type="pres">
      <dgm:prSet presAssocID="{A166249B-6A6C-4A4B-B8F8-2FAFDEE542C7}" presName="accent_6" presStyleCnt="0"/>
      <dgm:spPr/>
    </dgm:pt>
    <dgm:pt modelId="{9159CB28-FE18-4E56-9175-06FF44DEDACA}" type="pres">
      <dgm:prSet presAssocID="{A166249B-6A6C-4A4B-B8F8-2FAFDEE542C7}" presName="accentRepeatNode" presStyleLbl="solidFgAcc1" presStyleIdx="5" presStyleCnt="6"/>
      <dgm:spPr/>
    </dgm:pt>
  </dgm:ptLst>
  <dgm:cxnLst>
    <dgm:cxn modelId="{4D2F8403-C806-4762-989A-127CB5AB2430}" srcId="{8B9BBDF2-D679-42F1-8BB1-871304821A58}" destId="{8B3AB246-A49B-4EB5-B71F-69D7D05530CD}" srcOrd="2" destOrd="0" parTransId="{5AF2B8EA-1F81-431D-873B-B53BDEE99399}" sibTransId="{2E10ADFC-6966-4B51-B7C7-8CED46047E77}"/>
    <dgm:cxn modelId="{235FBC19-6A1A-49F6-B4BB-0F877304B5F7}" srcId="{8B9BBDF2-D679-42F1-8BB1-871304821A58}" destId="{0E16A575-ACBB-48A8-8459-F93565ECD022}" srcOrd="4" destOrd="0" parTransId="{CD570645-9B77-4E37-BC96-82FB34B52CB9}" sibTransId="{2600AB35-4416-478F-8F11-DA881A492A73}"/>
    <dgm:cxn modelId="{FAB8251B-EF13-46BB-9B47-A3DE3EB3B9D8}" type="presOf" srcId="{A166249B-6A6C-4A4B-B8F8-2FAFDEE542C7}" destId="{BEEFC813-3166-4075-8495-90A15CAB36BE}" srcOrd="0" destOrd="0" presId="urn:microsoft.com/office/officeart/2008/layout/VerticalCurvedList"/>
    <dgm:cxn modelId="{050D2D1D-2E34-48FD-BCB2-61E07157414D}" type="presOf" srcId="{8ACA26BA-A910-4335-A35F-81D3CDBC7BA4}" destId="{34669454-AFA5-468D-85DC-83D6D16CB228}" srcOrd="0" destOrd="0" presId="urn:microsoft.com/office/officeart/2008/layout/VerticalCurvedList"/>
    <dgm:cxn modelId="{674CA93A-C578-4134-8A62-E25577A70069}" type="presOf" srcId="{0E16A575-ACBB-48A8-8459-F93565ECD022}" destId="{C9B55AD8-C87F-4AF6-8F00-F8F7DE065AA8}" srcOrd="0" destOrd="0" presId="urn:microsoft.com/office/officeart/2008/layout/VerticalCurvedList"/>
    <dgm:cxn modelId="{5678563D-9CFA-489F-B638-B1B91390CF75}" type="presOf" srcId="{8B3AB246-A49B-4EB5-B71F-69D7D05530CD}" destId="{2F0419A9-5FFE-429D-81DA-0E6F69FD3C96}" srcOrd="0" destOrd="0" presId="urn:microsoft.com/office/officeart/2008/layout/VerticalCurvedList"/>
    <dgm:cxn modelId="{E1501E3F-FE9F-46AC-B53F-FE637F0E181E}" srcId="{8B9BBDF2-D679-42F1-8BB1-871304821A58}" destId="{A166249B-6A6C-4A4B-B8F8-2FAFDEE542C7}" srcOrd="5" destOrd="0" parTransId="{70457FFF-9F14-4275-B0A2-1E2D3F0FDE16}" sibTransId="{019E81AC-519F-4BB1-A99D-AB75377F558D}"/>
    <dgm:cxn modelId="{5AE6755F-58EF-44E7-908A-A3D9A1DAB83E}" type="presOf" srcId="{8A60C458-9AAA-4072-8670-7E6C5B08CCA1}" destId="{953B7269-524F-4FF4-AF52-4DD07ED74AB7}" srcOrd="0" destOrd="0" presId="urn:microsoft.com/office/officeart/2008/layout/VerticalCurvedList"/>
    <dgm:cxn modelId="{DBDB8D44-794E-4957-B178-AD520FCAD725}" type="presOf" srcId="{2FDB3D6C-89EE-485E-9A85-E248E8FBE118}" destId="{EA14A051-F636-45A3-A43B-DA966BD8326F}" srcOrd="0" destOrd="0" presId="urn:microsoft.com/office/officeart/2008/layout/VerticalCurvedList"/>
    <dgm:cxn modelId="{E15BFA68-BC1C-4921-8B57-CC91242B9F50}" srcId="{8B9BBDF2-D679-42F1-8BB1-871304821A58}" destId="{2FDB3D6C-89EE-485E-9A85-E248E8FBE118}" srcOrd="3" destOrd="0" parTransId="{C13F586B-403C-472E-B9C7-4330D0D647F2}" sibTransId="{7C0FBC1F-C774-4222-BF7F-3F48B0A7340D}"/>
    <dgm:cxn modelId="{1D812B90-6C63-4E4F-8C00-F07B793E361B}" type="presOf" srcId="{BDB08EAB-B89D-472B-A20A-4192A5A0D11B}" destId="{32EF8B35-2351-4976-8583-3F823F8D68EE}" srcOrd="0" destOrd="0" presId="urn:microsoft.com/office/officeart/2008/layout/VerticalCurvedList"/>
    <dgm:cxn modelId="{7E0025B1-8DED-4655-8F4F-4F2BF80609D1}" type="presOf" srcId="{8B9BBDF2-D679-42F1-8BB1-871304821A58}" destId="{A50C4387-96B9-4133-BF34-59799BAF1882}" srcOrd="0" destOrd="0" presId="urn:microsoft.com/office/officeart/2008/layout/VerticalCurvedList"/>
    <dgm:cxn modelId="{A52497BC-68D4-4D81-8273-1ADC59F85378}" srcId="{8B9BBDF2-D679-42F1-8BB1-871304821A58}" destId="{8ACA26BA-A910-4335-A35F-81D3CDBC7BA4}" srcOrd="1" destOrd="0" parTransId="{F05CCA6A-F4E0-496F-9059-1605D3C05DAD}" sibTransId="{AD7B122A-E6D1-4E78-BB94-63089E5A85DB}"/>
    <dgm:cxn modelId="{6EF9E9C0-36CD-4FF5-82D8-5AC58D987E20}" srcId="{8B9BBDF2-D679-42F1-8BB1-871304821A58}" destId="{BDB08EAB-B89D-472B-A20A-4192A5A0D11B}" srcOrd="0" destOrd="0" parTransId="{A5B9152D-A4F6-4B0B-973F-FD7E1B258D7B}" sibTransId="{8A60C458-9AAA-4072-8670-7E6C5B08CCA1}"/>
    <dgm:cxn modelId="{F8017094-4DEA-488F-A988-B79E9D5FD14E}" type="presParOf" srcId="{A50C4387-96B9-4133-BF34-59799BAF1882}" destId="{F0173690-1624-4E65-BAC8-1E6F7EF099B1}" srcOrd="0" destOrd="0" presId="urn:microsoft.com/office/officeart/2008/layout/VerticalCurvedList"/>
    <dgm:cxn modelId="{C73387F4-9DFC-40CE-AB6F-80C8A75F86CD}" type="presParOf" srcId="{F0173690-1624-4E65-BAC8-1E6F7EF099B1}" destId="{4A762C2E-BD1A-491A-A474-6CE5B6F7AABE}" srcOrd="0" destOrd="0" presId="urn:microsoft.com/office/officeart/2008/layout/VerticalCurvedList"/>
    <dgm:cxn modelId="{CCC79214-3535-4C9C-9EBA-F22BB100F8D9}" type="presParOf" srcId="{4A762C2E-BD1A-491A-A474-6CE5B6F7AABE}" destId="{52F869A6-0D3A-4517-87EE-BE933A5D17AB}" srcOrd="0" destOrd="0" presId="urn:microsoft.com/office/officeart/2008/layout/VerticalCurvedList"/>
    <dgm:cxn modelId="{37BE2CC2-5FCB-4DC5-9274-09EC336C6A97}" type="presParOf" srcId="{4A762C2E-BD1A-491A-A474-6CE5B6F7AABE}" destId="{953B7269-524F-4FF4-AF52-4DD07ED74AB7}" srcOrd="1" destOrd="0" presId="urn:microsoft.com/office/officeart/2008/layout/VerticalCurvedList"/>
    <dgm:cxn modelId="{C846EDD4-597B-4E63-B42A-687544062621}" type="presParOf" srcId="{4A762C2E-BD1A-491A-A474-6CE5B6F7AABE}" destId="{44C7D6BA-62F6-48E5-9298-B227DEC66DD6}" srcOrd="2" destOrd="0" presId="urn:microsoft.com/office/officeart/2008/layout/VerticalCurvedList"/>
    <dgm:cxn modelId="{B5EFB42C-39DC-472B-ADEB-28EBBAA43E53}" type="presParOf" srcId="{4A762C2E-BD1A-491A-A474-6CE5B6F7AABE}" destId="{896DEE3D-48E5-4410-AE10-5BBF95CB3615}" srcOrd="3" destOrd="0" presId="urn:microsoft.com/office/officeart/2008/layout/VerticalCurvedList"/>
    <dgm:cxn modelId="{00BA3073-9A5D-433E-BE52-125B6F7F97B3}" type="presParOf" srcId="{F0173690-1624-4E65-BAC8-1E6F7EF099B1}" destId="{32EF8B35-2351-4976-8583-3F823F8D68EE}" srcOrd="1" destOrd="0" presId="urn:microsoft.com/office/officeart/2008/layout/VerticalCurvedList"/>
    <dgm:cxn modelId="{EDEA014C-61E7-45B2-8965-083016B435B6}" type="presParOf" srcId="{F0173690-1624-4E65-BAC8-1E6F7EF099B1}" destId="{89FB9B3F-2D13-4A56-8ECB-62F1D52E3970}" srcOrd="2" destOrd="0" presId="urn:microsoft.com/office/officeart/2008/layout/VerticalCurvedList"/>
    <dgm:cxn modelId="{C962A5A0-5F5F-4A80-A910-036A10E399C8}" type="presParOf" srcId="{89FB9B3F-2D13-4A56-8ECB-62F1D52E3970}" destId="{1EFA8C3B-6293-4E4D-96ED-056F6D3B2F7E}" srcOrd="0" destOrd="0" presId="urn:microsoft.com/office/officeart/2008/layout/VerticalCurvedList"/>
    <dgm:cxn modelId="{CC106383-1756-47FC-874A-772E17F4DD0A}" type="presParOf" srcId="{F0173690-1624-4E65-BAC8-1E6F7EF099B1}" destId="{34669454-AFA5-468D-85DC-83D6D16CB228}" srcOrd="3" destOrd="0" presId="urn:microsoft.com/office/officeart/2008/layout/VerticalCurvedList"/>
    <dgm:cxn modelId="{E345C5B2-39FB-4E0D-9394-B1548C738097}" type="presParOf" srcId="{F0173690-1624-4E65-BAC8-1E6F7EF099B1}" destId="{D2BC4490-EA0D-4863-83B0-9E02B3EA4F1B}" srcOrd="4" destOrd="0" presId="urn:microsoft.com/office/officeart/2008/layout/VerticalCurvedList"/>
    <dgm:cxn modelId="{D74A9F54-C46C-41B8-9F00-91246E006DF3}" type="presParOf" srcId="{D2BC4490-EA0D-4863-83B0-9E02B3EA4F1B}" destId="{8653B433-D700-4D65-8D25-72EEAB8C4AB5}" srcOrd="0" destOrd="0" presId="urn:microsoft.com/office/officeart/2008/layout/VerticalCurvedList"/>
    <dgm:cxn modelId="{2BF5C7E1-9E2B-4528-9793-4EE7DBC811AA}" type="presParOf" srcId="{F0173690-1624-4E65-BAC8-1E6F7EF099B1}" destId="{2F0419A9-5FFE-429D-81DA-0E6F69FD3C96}" srcOrd="5" destOrd="0" presId="urn:microsoft.com/office/officeart/2008/layout/VerticalCurvedList"/>
    <dgm:cxn modelId="{5A470A3F-3BC2-426F-AF2D-6B7B228FEB74}" type="presParOf" srcId="{F0173690-1624-4E65-BAC8-1E6F7EF099B1}" destId="{737EB0AB-693E-458F-9A82-66EF73906E6B}" srcOrd="6" destOrd="0" presId="urn:microsoft.com/office/officeart/2008/layout/VerticalCurvedList"/>
    <dgm:cxn modelId="{2B5AC859-A1B5-425A-B98E-330452C7397F}" type="presParOf" srcId="{737EB0AB-693E-458F-9A82-66EF73906E6B}" destId="{D9FF7365-B51C-4273-AF32-31EF9FB3A72A}" srcOrd="0" destOrd="0" presId="urn:microsoft.com/office/officeart/2008/layout/VerticalCurvedList"/>
    <dgm:cxn modelId="{48FD90E0-8FC9-4DD7-89AF-3407C63DE3F0}" type="presParOf" srcId="{F0173690-1624-4E65-BAC8-1E6F7EF099B1}" destId="{EA14A051-F636-45A3-A43B-DA966BD8326F}" srcOrd="7" destOrd="0" presId="urn:microsoft.com/office/officeart/2008/layout/VerticalCurvedList"/>
    <dgm:cxn modelId="{1673325F-208A-46D0-B27B-6A1917AAE3D8}" type="presParOf" srcId="{F0173690-1624-4E65-BAC8-1E6F7EF099B1}" destId="{17EC8066-139B-4459-822B-0C007D7C4743}" srcOrd="8" destOrd="0" presId="urn:microsoft.com/office/officeart/2008/layout/VerticalCurvedList"/>
    <dgm:cxn modelId="{4DC6EC5B-E683-4994-97CC-131AFF3E4CF2}" type="presParOf" srcId="{17EC8066-139B-4459-822B-0C007D7C4743}" destId="{AA2CD361-BCE4-4214-8BD1-949158D251BE}" srcOrd="0" destOrd="0" presId="urn:microsoft.com/office/officeart/2008/layout/VerticalCurvedList"/>
    <dgm:cxn modelId="{5408F6F1-F16D-414B-8367-E9E8720ACD1C}" type="presParOf" srcId="{F0173690-1624-4E65-BAC8-1E6F7EF099B1}" destId="{C9B55AD8-C87F-4AF6-8F00-F8F7DE065AA8}" srcOrd="9" destOrd="0" presId="urn:microsoft.com/office/officeart/2008/layout/VerticalCurvedList"/>
    <dgm:cxn modelId="{E0EE474F-9C88-4560-B67E-3FEEB1ACC879}" type="presParOf" srcId="{F0173690-1624-4E65-BAC8-1E6F7EF099B1}" destId="{C3C8023B-8EA0-48C7-8BF0-11C1072A3E28}" srcOrd="10" destOrd="0" presId="urn:microsoft.com/office/officeart/2008/layout/VerticalCurvedList"/>
    <dgm:cxn modelId="{0F03845E-36EB-44BA-938E-CAF82633D31A}" type="presParOf" srcId="{C3C8023B-8EA0-48C7-8BF0-11C1072A3E28}" destId="{CE4E234C-0B18-463D-8AAC-7F44E3560D9E}" srcOrd="0" destOrd="0" presId="urn:microsoft.com/office/officeart/2008/layout/VerticalCurvedList"/>
    <dgm:cxn modelId="{693E108A-5950-459D-A73D-C2963678D75C}" type="presParOf" srcId="{F0173690-1624-4E65-BAC8-1E6F7EF099B1}" destId="{BEEFC813-3166-4075-8495-90A15CAB36BE}" srcOrd="11" destOrd="0" presId="urn:microsoft.com/office/officeart/2008/layout/VerticalCurvedList"/>
    <dgm:cxn modelId="{3B1016B1-F974-4C6E-B23D-C5A67D448AA5}" type="presParOf" srcId="{F0173690-1624-4E65-BAC8-1E6F7EF099B1}" destId="{4DCCC26E-661B-4BEB-B79B-47FDE536B2B2}" srcOrd="12" destOrd="0" presId="urn:microsoft.com/office/officeart/2008/layout/VerticalCurvedList"/>
    <dgm:cxn modelId="{29409AF9-4BF1-4FC4-A798-18E3BD7E5673}" type="presParOf" srcId="{4DCCC26E-661B-4BEB-B79B-47FDE536B2B2}" destId="{9159CB28-FE18-4E56-9175-06FF44DEDACA}"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57D8B60-042D-4841-B98D-090ACF9AF35D}" type="doc">
      <dgm:prSet loTypeId="urn:microsoft.com/office/officeart/2005/8/layout/bList2" loCatId="list" qsTypeId="urn:microsoft.com/office/officeart/2005/8/quickstyle/simple1" qsCatId="simple" csTypeId="urn:microsoft.com/office/officeart/2005/8/colors/accent1_2" csCatId="accent1" phldr="1"/>
      <dgm:spPr/>
      <dgm:t>
        <a:bodyPr/>
        <a:lstStyle/>
        <a:p>
          <a:endParaRPr lang="zh-CN" altLang="en-US"/>
        </a:p>
      </dgm:t>
    </dgm:pt>
    <dgm:pt modelId="{45742299-FD28-4B8C-9CD2-20AE88366872}">
      <dgm:prSet phldrT="[文本]"/>
      <dgm:spPr/>
      <dgm:t>
        <a:bodyPr/>
        <a:lstStyle/>
        <a:p>
          <a:r>
            <a:rPr lang="zh-CN" altLang="en-US" b="0" i="0" u="none" dirty="0"/>
            <a:t>功能型参数</a:t>
          </a:r>
          <a:endParaRPr lang="zh-CN" altLang="en-US" dirty="0"/>
        </a:p>
      </dgm:t>
      <dgm:extLst>
        <a:ext uri="{E40237B7-FDA0-4F09-8148-C483321AD2D9}">
          <dgm14:cNvPr xmlns:dgm14="http://schemas.microsoft.com/office/drawing/2010/diagram" id="0" name="">
            <a:hlinkClick xmlns:r="http://schemas.openxmlformats.org/officeDocument/2006/relationships" r:id="rId1" action="ppaction://hlinkfile"/>
          </dgm14:cNvPr>
        </a:ext>
      </dgm:extLst>
    </dgm:pt>
    <dgm:pt modelId="{2073E5EB-625C-4DBA-8AF9-EAE95607589B}" type="parTrans" cxnId="{FECEBD2E-81CD-44DB-A13D-578CFAA77C71}">
      <dgm:prSet/>
      <dgm:spPr/>
      <dgm:t>
        <a:bodyPr/>
        <a:lstStyle/>
        <a:p>
          <a:endParaRPr lang="zh-CN" altLang="en-US"/>
        </a:p>
      </dgm:t>
    </dgm:pt>
    <dgm:pt modelId="{CAECA426-02B3-4FFD-B5CC-33E7F1583B66}" type="sibTrans" cxnId="{FECEBD2E-81CD-44DB-A13D-578CFAA77C71}">
      <dgm:prSet/>
      <dgm:spPr/>
      <dgm:t>
        <a:bodyPr/>
        <a:lstStyle/>
        <a:p>
          <a:endParaRPr lang="zh-CN" altLang="en-US"/>
        </a:p>
      </dgm:t>
    </dgm:pt>
    <dgm:pt modelId="{B329ACDD-4C79-4D48-81F0-0B7B9A3E34AF}">
      <dgm:prSet phldrT="[文本]"/>
      <dgm:spPr/>
      <dgm:t>
        <a:bodyPr/>
        <a:lstStyle/>
        <a:p>
          <a:r>
            <a:rPr lang="zh-CN" altLang="en-US" b="0" i="0" u="none" dirty="0"/>
            <a:t>用于表示某项功能开关的参数，值一般不会改变。</a:t>
          </a:r>
          <a:endParaRPr lang="zh-CN" altLang="en-US" dirty="0"/>
        </a:p>
      </dgm:t>
      <dgm:extLst>
        <a:ext uri="{E40237B7-FDA0-4F09-8148-C483321AD2D9}">
          <dgm14:cNvPr xmlns:dgm14="http://schemas.microsoft.com/office/drawing/2010/diagram" id="0" name="">
            <a:hlinkClick xmlns:r="http://schemas.openxmlformats.org/officeDocument/2006/relationships" r:id="rId1" action="ppaction://hlinkfile"/>
          </dgm14:cNvPr>
        </a:ext>
      </dgm:extLst>
    </dgm:pt>
    <dgm:pt modelId="{4156E22D-D9CE-46EA-93CA-724201DD6EC5}" type="parTrans" cxnId="{815A2C24-BB10-42B1-BB29-FA86D20A7E34}">
      <dgm:prSet/>
      <dgm:spPr/>
      <dgm:t>
        <a:bodyPr/>
        <a:lstStyle/>
        <a:p>
          <a:endParaRPr lang="zh-CN" altLang="en-US"/>
        </a:p>
      </dgm:t>
    </dgm:pt>
    <dgm:pt modelId="{9CEEC41C-8622-4137-A018-25B947DF72CA}" type="sibTrans" cxnId="{815A2C24-BB10-42B1-BB29-FA86D20A7E34}">
      <dgm:prSet/>
      <dgm:spPr/>
      <dgm:t>
        <a:bodyPr/>
        <a:lstStyle/>
        <a:p>
          <a:endParaRPr lang="zh-CN" altLang="en-US"/>
        </a:p>
      </dgm:t>
    </dgm:pt>
    <dgm:pt modelId="{A3B4736F-A1CA-4F48-B343-EBDF379B06B3}">
      <dgm:prSet phldrT="[文本]"/>
      <dgm:spPr/>
      <dgm:t>
        <a:bodyPr/>
        <a:lstStyle/>
        <a:p>
          <a:r>
            <a:rPr lang="zh-CN" altLang="en-US" b="0" i="0" u="none" dirty="0"/>
            <a:t>状态型参数</a:t>
          </a:r>
          <a:endParaRPr lang="zh-CN" altLang="en-US" dirty="0"/>
        </a:p>
      </dgm:t>
      <dgm:extLst>
        <a:ext uri="{E40237B7-FDA0-4F09-8148-C483321AD2D9}">
          <dgm14:cNvPr xmlns:dgm14="http://schemas.microsoft.com/office/drawing/2010/diagram" id="0" name="">
            <a:hlinkClick xmlns:r="http://schemas.openxmlformats.org/officeDocument/2006/relationships" r:id="rId2" action="ppaction://hlinkfile"/>
          </dgm14:cNvPr>
        </a:ext>
      </dgm:extLst>
    </dgm:pt>
    <dgm:pt modelId="{1C89EF21-7D8A-4FCA-AD6D-A05282E5415D}" type="parTrans" cxnId="{24876213-9CE7-4620-9FF3-021B7FDF8531}">
      <dgm:prSet/>
      <dgm:spPr/>
      <dgm:t>
        <a:bodyPr/>
        <a:lstStyle/>
        <a:p>
          <a:endParaRPr lang="zh-CN" altLang="en-US"/>
        </a:p>
      </dgm:t>
    </dgm:pt>
    <dgm:pt modelId="{69E68C66-A427-4EAC-B83A-4EEF2D33B3D0}" type="sibTrans" cxnId="{24876213-9CE7-4620-9FF3-021B7FDF8531}">
      <dgm:prSet/>
      <dgm:spPr/>
      <dgm:t>
        <a:bodyPr/>
        <a:lstStyle/>
        <a:p>
          <a:endParaRPr lang="zh-CN" altLang="en-US"/>
        </a:p>
      </dgm:t>
    </dgm:pt>
    <dgm:pt modelId="{2D76602F-075F-4A9B-BE66-C41B4D1AC6FA}">
      <dgm:prSet phldrT="[文本]"/>
      <dgm:spPr/>
      <dgm:t>
        <a:bodyPr/>
        <a:lstStyle/>
        <a:p>
          <a:r>
            <a:rPr lang="zh-CN" altLang="en-US" b="0" i="0" u="none" dirty="0"/>
            <a:t>状态型参数用于表示当前运行下的某种状态，是实时值。比如电机的开关波状态，阀门的开关状态，气压状态等。</a:t>
          </a:r>
          <a:endParaRPr lang="zh-CN" altLang="en-US" dirty="0"/>
        </a:p>
      </dgm:t>
      <dgm:extLst>
        <a:ext uri="{E40237B7-FDA0-4F09-8148-C483321AD2D9}">
          <dgm14:cNvPr xmlns:dgm14="http://schemas.microsoft.com/office/drawing/2010/diagram" id="0" name="">
            <a:hlinkClick xmlns:r="http://schemas.openxmlformats.org/officeDocument/2006/relationships" r:id="rId2" action="ppaction://hlinkfile"/>
          </dgm14:cNvPr>
        </a:ext>
      </dgm:extLst>
    </dgm:pt>
    <dgm:pt modelId="{C45D5353-1876-4D4F-B85C-75BB6AC7B51A}" type="parTrans" cxnId="{546CE65F-DC51-471F-9D32-2E1C1F90DD5B}">
      <dgm:prSet/>
      <dgm:spPr/>
      <dgm:t>
        <a:bodyPr/>
        <a:lstStyle/>
        <a:p>
          <a:endParaRPr lang="zh-CN" altLang="en-US"/>
        </a:p>
      </dgm:t>
    </dgm:pt>
    <dgm:pt modelId="{666829DA-F37C-441B-8731-23A51DBCB55D}" type="sibTrans" cxnId="{546CE65F-DC51-471F-9D32-2E1C1F90DD5B}">
      <dgm:prSet/>
      <dgm:spPr/>
      <dgm:t>
        <a:bodyPr/>
        <a:lstStyle/>
        <a:p>
          <a:endParaRPr lang="zh-CN" altLang="en-US"/>
        </a:p>
      </dgm:t>
    </dgm:pt>
    <dgm:pt modelId="{253F6FD3-9318-416F-BC19-62B2D12851A7}">
      <dgm:prSet phldrT="[文本]"/>
      <dgm:spPr/>
      <dgm:t>
        <a:bodyPr/>
        <a:lstStyle/>
        <a:p>
          <a:r>
            <a:rPr lang="zh-CN" altLang="en-US" b="0" i="0" u="none" dirty="0"/>
            <a:t>故障型参数</a:t>
          </a:r>
          <a:endParaRPr lang="zh-CN" altLang="en-US" dirty="0"/>
        </a:p>
      </dgm:t>
      <dgm:extLst>
        <a:ext uri="{E40237B7-FDA0-4F09-8148-C483321AD2D9}">
          <dgm14:cNvPr xmlns:dgm14="http://schemas.microsoft.com/office/drawing/2010/diagram" id="0" name="">
            <a:hlinkClick xmlns:r="http://schemas.openxmlformats.org/officeDocument/2006/relationships" r:id="rId3" action="ppaction://hlinkfile"/>
          </dgm14:cNvPr>
        </a:ext>
      </dgm:extLst>
    </dgm:pt>
    <dgm:pt modelId="{BAA86271-E128-495D-A73C-5194E5CD03B8}" type="parTrans" cxnId="{88F75648-E296-4832-AB19-336AF5842F99}">
      <dgm:prSet/>
      <dgm:spPr/>
      <dgm:t>
        <a:bodyPr/>
        <a:lstStyle/>
        <a:p>
          <a:endParaRPr lang="zh-CN" altLang="en-US"/>
        </a:p>
      </dgm:t>
    </dgm:pt>
    <dgm:pt modelId="{8A9BD749-44E8-45AA-AA9B-0B4A5A584D82}" type="sibTrans" cxnId="{88F75648-E296-4832-AB19-336AF5842F99}">
      <dgm:prSet/>
      <dgm:spPr/>
      <dgm:t>
        <a:bodyPr/>
        <a:lstStyle/>
        <a:p>
          <a:endParaRPr lang="zh-CN" altLang="en-US"/>
        </a:p>
      </dgm:t>
    </dgm:pt>
    <dgm:pt modelId="{D33E4429-9CC5-47DF-9CB0-D553B1C2FFEE}">
      <dgm:prSet phldrT="[文本]"/>
      <dgm:spPr/>
      <dgm:t>
        <a:bodyPr/>
        <a:lstStyle/>
        <a:p>
          <a:r>
            <a:rPr lang="zh-CN" altLang="en-US" b="0" i="0" u="none" dirty="0"/>
            <a:t>故障型参数用于记录当前或历史的故障发生情况，并决定是否要发出报警信号或停机等操作。</a:t>
          </a:r>
          <a:endParaRPr lang="zh-CN" altLang="en-US" dirty="0"/>
        </a:p>
      </dgm:t>
      <dgm:extLst>
        <a:ext uri="{E40237B7-FDA0-4F09-8148-C483321AD2D9}">
          <dgm14:cNvPr xmlns:dgm14="http://schemas.microsoft.com/office/drawing/2010/diagram" id="0" name="">
            <a:hlinkClick xmlns:r="http://schemas.openxmlformats.org/officeDocument/2006/relationships" r:id="rId3" action="ppaction://hlinkfile"/>
          </dgm14:cNvPr>
        </a:ext>
      </dgm:extLst>
    </dgm:pt>
    <dgm:pt modelId="{D21B0C06-F241-4D60-B38D-B2B8910EBE1B}" type="parTrans" cxnId="{591D1676-4F40-4A9D-A8D8-309DE38D1CC1}">
      <dgm:prSet/>
      <dgm:spPr/>
      <dgm:t>
        <a:bodyPr/>
        <a:lstStyle/>
        <a:p>
          <a:endParaRPr lang="zh-CN" altLang="en-US"/>
        </a:p>
      </dgm:t>
    </dgm:pt>
    <dgm:pt modelId="{DB1BC356-73AA-4694-AAAB-F247FC8E92B9}" type="sibTrans" cxnId="{591D1676-4F40-4A9D-A8D8-309DE38D1CC1}">
      <dgm:prSet/>
      <dgm:spPr/>
      <dgm:t>
        <a:bodyPr/>
        <a:lstStyle/>
        <a:p>
          <a:endParaRPr lang="zh-CN" altLang="en-US"/>
        </a:p>
      </dgm:t>
    </dgm:pt>
    <dgm:pt modelId="{78BFD150-8BFA-4D7F-B0D0-D368D0461499}">
      <dgm:prSet phldrT="[文本]"/>
      <dgm:spPr/>
      <dgm:t>
        <a:bodyPr/>
        <a:lstStyle/>
        <a:p>
          <a:r>
            <a:rPr lang="zh-CN" altLang="en-US" b="0" i="0" u="none" dirty="0"/>
            <a:t>普通值参数</a:t>
          </a:r>
          <a:endParaRPr lang="zh-CN" altLang="en-US" dirty="0"/>
        </a:p>
      </dgm:t>
      <dgm:extLst>
        <a:ext uri="{E40237B7-FDA0-4F09-8148-C483321AD2D9}">
          <dgm14:cNvPr xmlns:dgm14="http://schemas.microsoft.com/office/drawing/2010/diagram" id="0" name="">
            <a:hlinkClick xmlns:r="http://schemas.openxmlformats.org/officeDocument/2006/relationships" r:id="rId4" action="ppaction://hlinkfile"/>
          </dgm14:cNvPr>
        </a:ext>
      </dgm:extLst>
    </dgm:pt>
    <dgm:pt modelId="{91000CBF-BF2F-4B7A-8A91-45264A97B571}" type="parTrans" cxnId="{0C6FB68B-0B9E-48E0-9B3A-4C748F786794}">
      <dgm:prSet/>
      <dgm:spPr/>
      <dgm:t>
        <a:bodyPr/>
        <a:lstStyle/>
        <a:p>
          <a:endParaRPr lang="zh-CN" altLang="en-US"/>
        </a:p>
      </dgm:t>
    </dgm:pt>
    <dgm:pt modelId="{AEC7BE6D-E0DB-450A-B731-E1D2AB8022A4}" type="sibTrans" cxnId="{0C6FB68B-0B9E-48E0-9B3A-4C748F786794}">
      <dgm:prSet/>
      <dgm:spPr/>
      <dgm:t>
        <a:bodyPr/>
        <a:lstStyle/>
        <a:p>
          <a:endParaRPr lang="zh-CN" altLang="en-US"/>
        </a:p>
      </dgm:t>
    </dgm:pt>
    <dgm:pt modelId="{02826174-56E7-43F0-958B-D9849BDDDA1E}">
      <dgm:prSet phldrT="[文本]"/>
      <dgm:spPr/>
      <dgm:t>
        <a:bodyPr/>
        <a:lstStyle/>
        <a:p>
          <a:r>
            <a:rPr lang="zh-CN" altLang="en-US" b="0" i="0" u="none" dirty="0"/>
            <a:t>普通值参数是较为庞大的一类参数，这类参数的值类型不一，值之间的关联性可以很复杂，每种值各有特点，参数的有效性检验很难做统一的处理。</a:t>
          </a:r>
          <a:endParaRPr lang="zh-CN" altLang="en-US" dirty="0"/>
        </a:p>
      </dgm:t>
      <dgm:extLst>
        <a:ext uri="{E40237B7-FDA0-4F09-8148-C483321AD2D9}">
          <dgm14:cNvPr xmlns:dgm14="http://schemas.microsoft.com/office/drawing/2010/diagram" id="0" name="">
            <a:hlinkClick xmlns:r="http://schemas.openxmlformats.org/officeDocument/2006/relationships" r:id="rId4" action="ppaction://hlinkfile"/>
          </dgm14:cNvPr>
        </a:ext>
      </dgm:extLst>
    </dgm:pt>
    <dgm:pt modelId="{08E6292F-21DC-4D5F-BA1B-F7E147036DF4}" type="parTrans" cxnId="{9788FD2C-E453-4ABC-ACE9-98FED8814D9F}">
      <dgm:prSet/>
      <dgm:spPr/>
      <dgm:t>
        <a:bodyPr/>
        <a:lstStyle/>
        <a:p>
          <a:endParaRPr lang="zh-CN" altLang="en-US"/>
        </a:p>
      </dgm:t>
    </dgm:pt>
    <dgm:pt modelId="{8BC14488-B8C0-4263-B3F5-D26024C33C82}" type="sibTrans" cxnId="{9788FD2C-E453-4ABC-ACE9-98FED8814D9F}">
      <dgm:prSet/>
      <dgm:spPr/>
      <dgm:t>
        <a:bodyPr/>
        <a:lstStyle/>
        <a:p>
          <a:endParaRPr lang="zh-CN" altLang="en-US"/>
        </a:p>
      </dgm:t>
    </dgm:pt>
    <dgm:pt modelId="{3CA14CCD-34AD-47F0-8AAB-F2B30EE21991}" type="pres">
      <dgm:prSet presAssocID="{757D8B60-042D-4841-B98D-090ACF9AF35D}" presName="diagram" presStyleCnt="0">
        <dgm:presLayoutVars>
          <dgm:dir/>
          <dgm:animLvl val="lvl"/>
          <dgm:resizeHandles val="exact"/>
        </dgm:presLayoutVars>
      </dgm:prSet>
      <dgm:spPr/>
    </dgm:pt>
    <dgm:pt modelId="{CCC7CE6A-3AF7-455E-9AED-1B073D638B42}" type="pres">
      <dgm:prSet presAssocID="{45742299-FD28-4B8C-9CD2-20AE88366872}" presName="compNode" presStyleCnt="0"/>
      <dgm:spPr/>
    </dgm:pt>
    <dgm:pt modelId="{316F6C71-8355-4854-B83A-2DB83F6A88F7}" type="pres">
      <dgm:prSet presAssocID="{45742299-FD28-4B8C-9CD2-20AE88366872}" presName="childRect" presStyleLbl="bgAcc1" presStyleIdx="0" presStyleCnt="4">
        <dgm:presLayoutVars>
          <dgm:bulletEnabled val="1"/>
        </dgm:presLayoutVars>
      </dgm:prSet>
      <dgm:spPr/>
    </dgm:pt>
    <dgm:pt modelId="{51BE8525-29B7-4FC5-9F4B-8D020206387E}" type="pres">
      <dgm:prSet presAssocID="{45742299-FD28-4B8C-9CD2-20AE88366872}" presName="parentText" presStyleLbl="node1" presStyleIdx="0" presStyleCnt="0">
        <dgm:presLayoutVars>
          <dgm:chMax val="0"/>
          <dgm:bulletEnabled val="1"/>
        </dgm:presLayoutVars>
      </dgm:prSet>
      <dgm:spPr/>
    </dgm:pt>
    <dgm:pt modelId="{D0151FA7-F657-4090-BC96-8CAF9C207D3D}" type="pres">
      <dgm:prSet presAssocID="{45742299-FD28-4B8C-9CD2-20AE88366872}" presName="parentRect" presStyleLbl="alignNode1" presStyleIdx="0" presStyleCnt="4"/>
      <dgm:spPr/>
    </dgm:pt>
    <dgm:pt modelId="{06549CD2-42B4-41C3-8177-433F0DF121DE}" type="pres">
      <dgm:prSet presAssocID="{45742299-FD28-4B8C-9CD2-20AE88366872}" presName="adorn" presStyleLbl="fgAccFollowNode1" presStyleIdx="0" presStyleCnt="4"/>
      <dgm:spPr>
        <a:blipFill>
          <a:blip xmlns:r="http://schemas.openxmlformats.org/officeDocument/2006/relationships" r:embed="rId5">
            <a:extLst>
              <a:ext uri="{28A0092B-C50C-407E-A947-70E740481C1C}">
                <a14:useLocalDpi xmlns:a14="http://schemas.microsoft.com/office/drawing/2010/main" val="0"/>
              </a:ext>
            </a:extLst>
          </a:blip>
          <a:srcRect/>
          <a:stretch>
            <a:fillRect/>
          </a:stretch>
        </a:blipFill>
      </dgm:spPr>
    </dgm:pt>
    <dgm:pt modelId="{C5BA331C-0879-4389-B01C-5ACE03BA6601}" type="pres">
      <dgm:prSet presAssocID="{CAECA426-02B3-4FFD-B5CC-33E7F1583B66}" presName="sibTrans" presStyleLbl="sibTrans2D1" presStyleIdx="0" presStyleCnt="0"/>
      <dgm:spPr/>
    </dgm:pt>
    <dgm:pt modelId="{DDD53538-90DB-4E55-8E95-6962BE302EAB}" type="pres">
      <dgm:prSet presAssocID="{A3B4736F-A1CA-4F48-B343-EBDF379B06B3}" presName="compNode" presStyleCnt="0"/>
      <dgm:spPr/>
    </dgm:pt>
    <dgm:pt modelId="{3BA9504F-425E-4A78-950E-6E0B5424C791}" type="pres">
      <dgm:prSet presAssocID="{A3B4736F-A1CA-4F48-B343-EBDF379B06B3}" presName="childRect" presStyleLbl="bgAcc1" presStyleIdx="1" presStyleCnt="4">
        <dgm:presLayoutVars>
          <dgm:bulletEnabled val="1"/>
        </dgm:presLayoutVars>
      </dgm:prSet>
      <dgm:spPr/>
    </dgm:pt>
    <dgm:pt modelId="{DC7C7406-81EE-4F3F-B6B6-F353C6C11C47}" type="pres">
      <dgm:prSet presAssocID="{A3B4736F-A1CA-4F48-B343-EBDF379B06B3}" presName="parentText" presStyleLbl="node1" presStyleIdx="0" presStyleCnt="0">
        <dgm:presLayoutVars>
          <dgm:chMax val="0"/>
          <dgm:bulletEnabled val="1"/>
        </dgm:presLayoutVars>
      </dgm:prSet>
      <dgm:spPr/>
    </dgm:pt>
    <dgm:pt modelId="{1E6A3704-BDC8-4D69-8EDC-A9AC5A044B2C}" type="pres">
      <dgm:prSet presAssocID="{A3B4736F-A1CA-4F48-B343-EBDF379B06B3}" presName="parentRect" presStyleLbl="alignNode1" presStyleIdx="1" presStyleCnt="4"/>
      <dgm:spPr/>
    </dgm:pt>
    <dgm:pt modelId="{E7D57D8D-8066-429E-833B-B38E89EE00CC}" type="pres">
      <dgm:prSet presAssocID="{A3B4736F-A1CA-4F48-B343-EBDF379B06B3}" presName="adorn" presStyleLbl="fgAccFollowNode1" presStyleIdx="1" presStyleCnt="4"/>
      <dgm:spPr>
        <a:blipFill rotWithShape="1">
          <a:blip xmlns:r="http://schemas.openxmlformats.org/officeDocument/2006/relationships" r:embed="rId5">
            <a:extLst>
              <a:ext uri="{28A0092B-C50C-407E-A947-70E740481C1C}">
                <a14:useLocalDpi xmlns:a14="http://schemas.microsoft.com/office/drawing/2010/main" val="0"/>
              </a:ext>
            </a:extLst>
          </a:blip>
          <a:srcRect/>
          <a:stretch>
            <a:fillRect/>
          </a:stretch>
        </a:blipFill>
      </dgm:spPr>
    </dgm:pt>
    <dgm:pt modelId="{69790B12-3485-4F3E-9F52-2FE4DF454FF3}" type="pres">
      <dgm:prSet presAssocID="{69E68C66-A427-4EAC-B83A-4EEF2D33B3D0}" presName="sibTrans" presStyleLbl="sibTrans2D1" presStyleIdx="0" presStyleCnt="0"/>
      <dgm:spPr/>
    </dgm:pt>
    <dgm:pt modelId="{69387523-5FAF-46B2-8AF2-08D38E6F3586}" type="pres">
      <dgm:prSet presAssocID="{253F6FD3-9318-416F-BC19-62B2D12851A7}" presName="compNode" presStyleCnt="0"/>
      <dgm:spPr/>
    </dgm:pt>
    <dgm:pt modelId="{847A5353-A479-4520-AD95-1BDE80A8A487}" type="pres">
      <dgm:prSet presAssocID="{253F6FD3-9318-416F-BC19-62B2D12851A7}" presName="childRect" presStyleLbl="bgAcc1" presStyleIdx="2" presStyleCnt="4">
        <dgm:presLayoutVars>
          <dgm:bulletEnabled val="1"/>
        </dgm:presLayoutVars>
      </dgm:prSet>
      <dgm:spPr/>
    </dgm:pt>
    <dgm:pt modelId="{6785EB80-79CD-42A3-AEAE-E0FA6B71133E}" type="pres">
      <dgm:prSet presAssocID="{253F6FD3-9318-416F-BC19-62B2D12851A7}" presName="parentText" presStyleLbl="node1" presStyleIdx="0" presStyleCnt="0">
        <dgm:presLayoutVars>
          <dgm:chMax val="0"/>
          <dgm:bulletEnabled val="1"/>
        </dgm:presLayoutVars>
      </dgm:prSet>
      <dgm:spPr/>
    </dgm:pt>
    <dgm:pt modelId="{F6EA1FD2-ACA0-480F-8185-DF3AEBCF75E5}" type="pres">
      <dgm:prSet presAssocID="{253F6FD3-9318-416F-BC19-62B2D12851A7}" presName="parentRect" presStyleLbl="alignNode1" presStyleIdx="2" presStyleCnt="4"/>
      <dgm:spPr/>
    </dgm:pt>
    <dgm:pt modelId="{DC611B11-1BE9-4726-A43B-36D4FC6732A5}" type="pres">
      <dgm:prSet presAssocID="{253F6FD3-9318-416F-BC19-62B2D12851A7}" presName="adorn" presStyleLbl="fgAccFollowNode1" presStyleIdx="2" presStyleCnt="4"/>
      <dgm:spPr>
        <a:blipFill rotWithShape="1">
          <a:blip xmlns:r="http://schemas.openxmlformats.org/officeDocument/2006/relationships" r:embed="rId5">
            <a:extLst>
              <a:ext uri="{28A0092B-C50C-407E-A947-70E740481C1C}">
                <a14:useLocalDpi xmlns:a14="http://schemas.microsoft.com/office/drawing/2010/main" val="0"/>
              </a:ext>
            </a:extLst>
          </a:blip>
          <a:srcRect/>
          <a:stretch>
            <a:fillRect/>
          </a:stretch>
        </a:blipFill>
      </dgm:spPr>
    </dgm:pt>
    <dgm:pt modelId="{A99123D6-3EC1-482E-884E-5A145EB5FA9B}" type="pres">
      <dgm:prSet presAssocID="{8A9BD749-44E8-45AA-AA9B-0B4A5A584D82}" presName="sibTrans" presStyleLbl="sibTrans2D1" presStyleIdx="0" presStyleCnt="0"/>
      <dgm:spPr/>
    </dgm:pt>
    <dgm:pt modelId="{3DFF1D92-7D9F-45D8-943A-EC83F1BABC3A}" type="pres">
      <dgm:prSet presAssocID="{78BFD150-8BFA-4D7F-B0D0-D368D0461499}" presName="compNode" presStyleCnt="0"/>
      <dgm:spPr/>
    </dgm:pt>
    <dgm:pt modelId="{D212E67B-ABA2-481A-ADF9-7F0A2BFA36BD}" type="pres">
      <dgm:prSet presAssocID="{78BFD150-8BFA-4D7F-B0D0-D368D0461499}" presName="childRect" presStyleLbl="bgAcc1" presStyleIdx="3" presStyleCnt="4">
        <dgm:presLayoutVars>
          <dgm:bulletEnabled val="1"/>
        </dgm:presLayoutVars>
      </dgm:prSet>
      <dgm:spPr/>
    </dgm:pt>
    <dgm:pt modelId="{F006E21E-DDF3-4B85-8B8C-5AAFB871EAE6}" type="pres">
      <dgm:prSet presAssocID="{78BFD150-8BFA-4D7F-B0D0-D368D0461499}" presName="parentText" presStyleLbl="node1" presStyleIdx="0" presStyleCnt="0">
        <dgm:presLayoutVars>
          <dgm:chMax val="0"/>
          <dgm:bulletEnabled val="1"/>
        </dgm:presLayoutVars>
      </dgm:prSet>
      <dgm:spPr/>
    </dgm:pt>
    <dgm:pt modelId="{1CCD7259-35A2-4775-ACDC-F7DDF1A45E6D}" type="pres">
      <dgm:prSet presAssocID="{78BFD150-8BFA-4D7F-B0D0-D368D0461499}" presName="parentRect" presStyleLbl="alignNode1" presStyleIdx="3" presStyleCnt="4"/>
      <dgm:spPr/>
    </dgm:pt>
    <dgm:pt modelId="{564A5579-626F-4BE0-B5DB-8AF83A3BE362}" type="pres">
      <dgm:prSet presAssocID="{78BFD150-8BFA-4D7F-B0D0-D368D0461499}" presName="adorn" presStyleLbl="fgAccFollowNode1" presStyleIdx="3" presStyleCnt="4"/>
      <dgm:spPr>
        <a:blipFill rotWithShape="1">
          <a:blip xmlns:r="http://schemas.openxmlformats.org/officeDocument/2006/relationships" r:embed="rId5">
            <a:extLst>
              <a:ext uri="{28A0092B-C50C-407E-A947-70E740481C1C}">
                <a14:useLocalDpi xmlns:a14="http://schemas.microsoft.com/office/drawing/2010/main" val="0"/>
              </a:ext>
            </a:extLst>
          </a:blip>
          <a:srcRect/>
          <a:stretch>
            <a:fillRect/>
          </a:stretch>
        </a:blipFill>
      </dgm:spPr>
    </dgm:pt>
  </dgm:ptLst>
  <dgm:cxnLst>
    <dgm:cxn modelId="{89BFEC04-5606-4EC2-9100-B14A2C9622FC}" type="presOf" srcId="{253F6FD3-9318-416F-BC19-62B2D12851A7}" destId="{6785EB80-79CD-42A3-AEAE-E0FA6B71133E}" srcOrd="0" destOrd="0" presId="urn:microsoft.com/office/officeart/2005/8/layout/bList2"/>
    <dgm:cxn modelId="{9E6D1E0E-A6C8-4A14-AA55-E4AB903C2CAE}" type="presOf" srcId="{02826174-56E7-43F0-958B-D9849BDDDA1E}" destId="{D212E67B-ABA2-481A-ADF9-7F0A2BFA36BD}" srcOrd="0" destOrd="0" presId="urn:microsoft.com/office/officeart/2005/8/layout/bList2"/>
    <dgm:cxn modelId="{B3754711-B42B-49BA-8D26-C86A85C64FAD}" type="presOf" srcId="{8A9BD749-44E8-45AA-AA9B-0B4A5A584D82}" destId="{A99123D6-3EC1-482E-884E-5A145EB5FA9B}" srcOrd="0" destOrd="0" presId="urn:microsoft.com/office/officeart/2005/8/layout/bList2"/>
    <dgm:cxn modelId="{93B98311-40CF-4041-854C-88CCEFD74AFC}" type="presOf" srcId="{2D76602F-075F-4A9B-BE66-C41B4D1AC6FA}" destId="{3BA9504F-425E-4A78-950E-6E0B5424C791}" srcOrd="0" destOrd="0" presId="urn:microsoft.com/office/officeart/2005/8/layout/bList2"/>
    <dgm:cxn modelId="{24876213-9CE7-4620-9FF3-021B7FDF8531}" srcId="{757D8B60-042D-4841-B98D-090ACF9AF35D}" destId="{A3B4736F-A1CA-4F48-B343-EBDF379B06B3}" srcOrd="1" destOrd="0" parTransId="{1C89EF21-7D8A-4FCA-AD6D-A05282E5415D}" sibTransId="{69E68C66-A427-4EAC-B83A-4EEF2D33B3D0}"/>
    <dgm:cxn modelId="{815A2C24-BB10-42B1-BB29-FA86D20A7E34}" srcId="{45742299-FD28-4B8C-9CD2-20AE88366872}" destId="{B329ACDD-4C79-4D48-81F0-0B7B9A3E34AF}" srcOrd="0" destOrd="0" parTransId="{4156E22D-D9CE-46EA-93CA-724201DD6EC5}" sibTransId="{9CEEC41C-8622-4137-A018-25B947DF72CA}"/>
    <dgm:cxn modelId="{D3CD4629-4305-45B7-A766-88DD81B403EB}" type="presOf" srcId="{757D8B60-042D-4841-B98D-090ACF9AF35D}" destId="{3CA14CCD-34AD-47F0-8AAB-F2B30EE21991}" srcOrd="0" destOrd="0" presId="urn:microsoft.com/office/officeart/2005/8/layout/bList2"/>
    <dgm:cxn modelId="{9788FD2C-E453-4ABC-ACE9-98FED8814D9F}" srcId="{78BFD150-8BFA-4D7F-B0D0-D368D0461499}" destId="{02826174-56E7-43F0-958B-D9849BDDDA1E}" srcOrd="0" destOrd="0" parTransId="{08E6292F-21DC-4D5F-BA1B-F7E147036DF4}" sibTransId="{8BC14488-B8C0-4263-B3F5-D26024C33C82}"/>
    <dgm:cxn modelId="{FECEBD2E-81CD-44DB-A13D-578CFAA77C71}" srcId="{757D8B60-042D-4841-B98D-090ACF9AF35D}" destId="{45742299-FD28-4B8C-9CD2-20AE88366872}" srcOrd="0" destOrd="0" parTransId="{2073E5EB-625C-4DBA-8AF9-EAE95607589B}" sibTransId="{CAECA426-02B3-4FFD-B5CC-33E7F1583B66}"/>
    <dgm:cxn modelId="{6D8BC12F-D2CC-4384-B176-470B2E304D1C}" type="presOf" srcId="{D33E4429-9CC5-47DF-9CB0-D553B1C2FFEE}" destId="{847A5353-A479-4520-AD95-1BDE80A8A487}" srcOrd="0" destOrd="0" presId="urn:microsoft.com/office/officeart/2005/8/layout/bList2"/>
    <dgm:cxn modelId="{A8FC9F3A-8E5F-432C-9BE4-C049A97673E2}" type="presOf" srcId="{69E68C66-A427-4EAC-B83A-4EEF2D33B3D0}" destId="{69790B12-3485-4F3E-9F52-2FE4DF454FF3}" srcOrd="0" destOrd="0" presId="urn:microsoft.com/office/officeart/2005/8/layout/bList2"/>
    <dgm:cxn modelId="{0A9B443C-5690-4D8C-B59E-7F315749A2A7}" type="presOf" srcId="{45742299-FD28-4B8C-9CD2-20AE88366872}" destId="{51BE8525-29B7-4FC5-9F4B-8D020206387E}" srcOrd="0" destOrd="0" presId="urn:microsoft.com/office/officeart/2005/8/layout/bList2"/>
    <dgm:cxn modelId="{546CE65F-DC51-471F-9D32-2E1C1F90DD5B}" srcId="{A3B4736F-A1CA-4F48-B343-EBDF379B06B3}" destId="{2D76602F-075F-4A9B-BE66-C41B4D1AC6FA}" srcOrd="0" destOrd="0" parTransId="{C45D5353-1876-4D4F-B85C-75BB6AC7B51A}" sibTransId="{666829DA-F37C-441B-8731-23A51DBCB55D}"/>
    <dgm:cxn modelId="{88F75648-E296-4832-AB19-336AF5842F99}" srcId="{757D8B60-042D-4841-B98D-090ACF9AF35D}" destId="{253F6FD3-9318-416F-BC19-62B2D12851A7}" srcOrd="2" destOrd="0" parTransId="{BAA86271-E128-495D-A73C-5194E5CD03B8}" sibTransId="{8A9BD749-44E8-45AA-AA9B-0B4A5A584D82}"/>
    <dgm:cxn modelId="{4877826B-DACB-48DC-B5A9-68143780180C}" type="presOf" srcId="{78BFD150-8BFA-4D7F-B0D0-D368D0461499}" destId="{1CCD7259-35A2-4775-ACDC-F7DDF1A45E6D}" srcOrd="1" destOrd="0" presId="urn:microsoft.com/office/officeart/2005/8/layout/bList2"/>
    <dgm:cxn modelId="{591D1676-4F40-4A9D-A8D8-309DE38D1CC1}" srcId="{253F6FD3-9318-416F-BC19-62B2D12851A7}" destId="{D33E4429-9CC5-47DF-9CB0-D553B1C2FFEE}" srcOrd="0" destOrd="0" parTransId="{D21B0C06-F241-4D60-B38D-B2B8910EBE1B}" sibTransId="{DB1BC356-73AA-4694-AAAB-F247FC8E92B9}"/>
    <dgm:cxn modelId="{D72BD987-3DCB-46BB-B788-1FE25DA5C149}" type="presOf" srcId="{B329ACDD-4C79-4D48-81F0-0B7B9A3E34AF}" destId="{316F6C71-8355-4854-B83A-2DB83F6A88F7}" srcOrd="0" destOrd="0" presId="urn:microsoft.com/office/officeart/2005/8/layout/bList2"/>
    <dgm:cxn modelId="{0C6FB68B-0B9E-48E0-9B3A-4C748F786794}" srcId="{757D8B60-042D-4841-B98D-090ACF9AF35D}" destId="{78BFD150-8BFA-4D7F-B0D0-D368D0461499}" srcOrd="3" destOrd="0" parTransId="{91000CBF-BF2F-4B7A-8A91-45264A97B571}" sibTransId="{AEC7BE6D-E0DB-450A-B731-E1D2AB8022A4}"/>
    <dgm:cxn modelId="{C1CC6B9C-E0B7-4066-A2C1-BB977AB642A1}" type="presOf" srcId="{A3B4736F-A1CA-4F48-B343-EBDF379B06B3}" destId="{1E6A3704-BDC8-4D69-8EDC-A9AC5A044B2C}" srcOrd="1" destOrd="0" presId="urn:microsoft.com/office/officeart/2005/8/layout/bList2"/>
    <dgm:cxn modelId="{B0E4FE9E-3FF3-42F1-82EA-EB6BF2E592D3}" type="presOf" srcId="{CAECA426-02B3-4FFD-B5CC-33E7F1583B66}" destId="{C5BA331C-0879-4389-B01C-5ACE03BA6601}" srcOrd="0" destOrd="0" presId="urn:microsoft.com/office/officeart/2005/8/layout/bList2"/>
    <dgm:cxn modelId="{C7F6999F-45ED-4542-A6BE-B8CDBFD61DA3}" type="presOf" srcId="{45742299-FD28-4B8C-9CD2-20AE88366872}" destId="{D0151FA7-F657-4090-BC96-8CAF9C207D3D}" srcOrd="1" destOrd="0" presId="urn:microsoft.com/office/officeart/2005/8/layout/bList2"/>
    <dgm:cxn modelId="{D8ED2EB7-453B-47A6-85F8-A03D9FAB43D0}" type="presOf" srcId="{78BFD150-8BFA-4D7F-B0D0-D368D0461499}" destId="{F006E21E-DDF3-4B85-8B8C-5AAFB871EAE6}" srcOrd="0" destOrd="0" presId="urn:microsoft.com/office/officeart/2005/8/layout/bList2"/>
    <dgm:cxn modelId="{B0F3E0BD-3F62-4664-94DB-3B54DB79AAE2}" type="presOf" srcId="{A3B4736F-A1CA-4F48-B343-EBDF379B06B3}" destId="{DC7C7406-81EE-4F3F-B6B6-F353C6C11C47}" srcOrd="0" destOrd="0" presId="urn:microsoft.com/office/officeart/2005/8/layout/bList2"/>
    <dgm:cxn modelId="{BC7357F2-E56A-4F8E-AB48-AD67579A2403}" type="presOf" srcId="{253F6FD3-9318-416F-BC19-62B2D12851A7}" destId="{F6EA1FD2-ACA0-480F-8185-DF3AEBCF75E5}" srcOrd="1" destOrd="0" presId="urn:microsoft.com/office/officeart/2005/8/layout/bList2"/>
    <dgm:cxn modelId="{5348752F-F0E0-4564-BEBA-1B00AF8D3318}" type="presParOf" srcId="{3CA14CCD-34AD-47F0-8AAB-F2B30EE21991}" destId="{CCC7CE6A-3AF7-455E-9AED-1B073D638B42}" srcOrd="0" destOrd="0" presId="urn:microsoft.com/office/officeart/2005/8/layout/bList2"/>
    <dgm:cxn modelId="{3274F974-4E99-4D4D-BF2D-A60896F187DA}" type="presParOf" srcId="{CCC7CE6A-3AF7-455E-9AED-1B073D638B42}" destId="{316F6C71-8355-4854-B83A-2DB83F6A88F7}" srcOrd="0" destOrd="0" presId="urn:microsoft.com/office/officeart/2005/8/layout/bList2"/>
    <dgm:cxn modelId="{B3D31660-BD8F-4A52-92EE-0F19248B8F99}" type="presParOf" srcId="{CCC7CE6A-3AF7-455E-9AED-1B073D638B42}" destId="{51BE8525-29B7-4FC5-9F4B-8D020206387E}" srcOrd="1" destOrd="0" presId="urn:microsoft.com/office/officeart/2005/8/layout/bList2"/>
    <dgm:cxn modelId="{CEDD14E8-164F-4023-8DF5-C5623D973242}" type="presParOf" srcId="{CCC7CE6A-3AF7-455E-9AED-1B073D638B42}" destId="{D0151FA7-F657-4090-BC96-8CAF9C207D3D}" srcOrd="2" destOrd="0" presId="urn:microsoft.com/office/officeart/2005/8/layout/bList2"/>
    <dgm:cxn modelId="{2A265589-5545-40DE-8DD1-9BC380FF2CFF}" type="presParOf" srcId="{CCC7CE6A-3AF7-455E-9AED-1B073D638B42}" destId="{06549CD2-42B4-41C3-8177-433F0DF121DE}" srcOrd="3" destOrd="0" presId="urn:microsoft.com/office/officeart/2005/8/layout/bList2"/>
    <dgm:cxn modelId="{2074C0C4-BB39-4771-B9EB-13AAF5A04FD6}" type="presParOf" srcId="{3CA14CCD-34AD-47F0-8AAB-F2B30EE21991}" destId="{C5BA331C-0879-4389-B01C-5ACE03BA6601}" srcOrd="1" destOrd="0" presId="urn:microsoft.com/office/officeart/2005/8/layout/bList2"/>
    <dgm:cxn modelId="{A6BAC95B-7CD0-4B5B-BA39-CDFFA2B55F65}" type="presParOf" srcId="{3CA14CCD-34AD-47F0-8AAB-F2B30EE21991}" destId="{DDD53538-90DB-4E55-8E95-6962BE302EAB}" srcOrd="2" destOrd="0" presId="urn:microsoft.com/office/officeart/2005/8/layout/bList2"/>
    <dgm:cxn modelId="{0438BA4F-50C2-4A9E-9D63-B92C137880AB}" type="presParOf" srcId="{DDD53538-90DB-4E55-8E95-6962BE302EAB}" destId="{3BA9504F-425E-4A78-950E-6E0B5424C791}" srcOrd="0" destOrd="0" presId="urn:microsoft.com/office/officeart/2005/8/layout/bList2"/>
    <dgm:cxn modelId="{6EC11B17-4437-479A-AFDC-03F837BD3F30}" type="presParOf" srcId="{DDD53538-90DB-4E55-8E95-6962BE302EAB}" destId="{DC7C7406-81EE-4F3F-B6B6-F353C6C11C47}" srcOrd="1" destOrd="0" presId="urn:microsoft.com/office/officeart/2005/8/layout/bList2"/>
    <dgm:cxn modelId="{85161623-1E08-4B51-9C95-417094BF2414}" type="presParOf" srcId="{DDD53538-90DB-4E55-8E95-6962BE302EAB}" destId="{1E6A3704-BDC8-4D69-8EDC-A9AC5A044B2C}" srcOrd="2" destOrd="0" presId="urn:microsoft.com/office/officeart/2005/8/layout/bList2"/>
    <dgm:cxn modelId="{87927081-3979-4F42-B7BE-7D0C94CE37B0}" type="presParOf" srcId="{DDD53538-90DB-4E55-8E95-6962BE302EAB}" destId="{E7D57D8D-8066-429E-833B-B38E89EE00CC}" srcOrd="3" destOrd="0" presId="urn:microsoft.com/office/officeart/2005/8/layout/bList2"/>
    <dgm:cxn modelId="{0E189494-AFAE-401F-B7B1-3E4AE94FC311}" type="presParOf" srcId="{3CA14CCD-34AD-47F0-8AAB-F2B30EE21991}" destId="{69790B12-3485-4F3E-9F52-2FE4DF454FF3}" srcOrd="3" destOrd="0" presId="urn:microsoft.com/office/officeart/2005/8/layout/bList2"/>
    <dgm:cxn modelId="{4B26F330-3518-4806-A6FC-DD715B056E14}" type="presParOf" srcId="{3CA14CCD-34AD-47F0-8AAB-F2B30EE21991}" destId="{69387523-5FAF-46B2-8AF2-08D38E6F3586}" srcOrd="4" destOrd="0" presId="urn:microsoft.com/office/officeart/2005/8/layout/bList2"/>
    <dgm:cxn modelId="{901F69FD-F1A4-4360-9466-DC6010F44AAE}" type="presParOf" srcId="{69387523-5FAF-46B2-8AF2-08D38E6F3586}" destId="{847A5353-A479-4520-AD95-1BDE80A8A487}" srcOrd="0" destOrd="0" presId="urn:microsoft.com/office/officeart/2005/8/layout/bList2"/>
    <dgm:cxn modelId="{845CC513-DE36-4607-96FD-B9627632BE77}" type="presParOf" srcId="{69387523-5FAF-46B2-8AF2-08D38E6F3586}" destId="{6785EB80-79CD-42A3-AEAE-E0FA6B71133E}" srcOrd="1" destOrd="0" presId="urn:microsoft.com/office/officeart/2005/8/layout/bList2"/>
    <dgm:cxn modelId="{AE6AEAC3-BCB1-4772-86AA-12909197238F}" type="presParOf" srcId="{69387523-5FAF-46B2-8AF2-08D38E6F3586}" destId="{F6EA1FD2-ACA0-480F-8185-DF3AEBCF75E5}" srcOrd="2" destOrd="0" presId="urn:microsoft.com/office/officeart/2005/8/layout/bList2"/>
    <dgm:cxn modelId="{6509BAF3-5D86-40F7-8770-CDAF75EAC84D}" type="presParOf" srcId="{69387523-5FAF-46B2-8AF2-08D38E6F3586}" destId="{DC611B11-1BE9-4726-A43B-36D4FC6732A5}" srcOrd="3" destOrd="0" presId="urn:microsoft.com/office/officeart/2005/8/layout/bList2"/>
    <dgm:cxn modelId="{DD623891-38CB-4CF5-9D19-D37545DA9952}" type="presParOf" srcId="{3CA14CCD-34AD-47F0-8AAB-F2B30EE21991}" destId="{A99123D6-3EC1-482E-884E-5A145EB5FA9B}" srcOrd="5" destOrd="0" presId="urn:microsoft.com/office/officeart/2005/8/layout/bList2"/>
    <dgm:cxn modelId="{2126158A-F917-47AC-A6ED-8DFBD48FC264}" type="presParOf" srcId="{3CA14CCD-34AD-47F0-8AAB-F2B30EE21991}" destId="{3DFF1D92-7D9F-45D8-943A-EC83F1BABC3A}" srcOrd="6" destOrd="0" presId="urn:microsoft.com/office/officeart/2005/8/layout/bList2"/>
    <dgm:cxn modelId="{E32314E7-AE82-4172-BBB7-297128F2FB57}" type="presParOf" srcId="{3DFF1D92-7D9F-45D8-943A-EC83F1BABC3A}" destId="{D212E67B-ABA2-481A-ADF9-7F0A2BFA36BD}" srcOrd="0" destOrd="0" presId="urn:microsoft.com/office/officeart/2005/8/layout/bList2"/>
    <dgm:cxn modelId="{A406AC78-C3F1-4B67-BAA7-F4A547672A28}" type="presParOf" srcId="{3DFF1D92-7D9F-45D8-943A-EC83F1BABC3A}" destId="{F006E21E-DDF3-4B85-8B8C-5AAFB871EAE6}" srcOrd="1" destOrd="0" presId="urn:microsoft.com/office/officeart/2005/8/layout/bList2"/>
    <dgm:cxn modelId="{03E93746-E229-487E-86E8-33EC050515DD}" type="presParOf" srcId="{3DFF1D92-7D9F-45D8-943A-EC83F1BABC3A}" destId="{1CCD7259-35A2-4775-ACDC-F7DDF1A45E6D}" srcOrd="2" destOrd="0" presId="urn:microsoft.com/office/officeart/2005/8/layout/bList2"/>
    <dgm:cxn modelId="{E2A1BF06-8826-4963-93EE-0C2F37179FD5}" type="presParOf" srcId="{3DFF1D92-7D9F-45D8-943A-EC83F1BABC3A}" destId="{564A5579-626F-4BE0-B5DB-8AF83A3BE362}" srcOrd="3" destOrd="0" presId="urn:microsoft.com/office/officeart/2005/8/layout/b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57D8B60-042D-4841-B98D-090ACF9AF35D}" type="doc">
      <dgm:prSet loTypeId="urn:microsoft.com/office/officeart/2005/8/layout/hList9" loCatId="list" qsTypeId="urn:microsoft.com/office/officeart/2005/8/quickstyle/simple1" qsCatId="simple" csTypeId="urn:microsoft.com/office/officeart/2005/8/colors/accent1_2" csCatId="accent1" phldr="1"/>
      <dgm:spPr/>
      <dgm:t>
        <a:bodyPr/>
        <a:lstStyle/>
        <a:p>
          <a:endParaRPr lang="zh-CN" altLang="en-US"/>
        </a:p>
      </dgm:t>
    </dgm:pt>
    <dgm:pt modelId="{45742299-FD28-4B8C-9CD2-20AE88366872}">
      <dgm:prSet phldrT="[文本]"/>
      <dgm:spPr/>
      <dgm:t>
        <a:bodyPr/>
        <a:lstStyle/>
        <a:p>
          <a:r>
            <a:rPr lang="zh-CN" altLang="en-US" b="0" i="0" u="none" dirty="0"/>
            <a:t>断言</a:t>
          </a:r>
          <a:endParaRPr lang="zh-CN" altLang="en-US" dirty="0"/>
        </a:p>
      </dgm:t>
      <dgm:extLst>
        <a:ext uri="{E40237B7-FDA0-4F09-8148-C483321AD2D9}">
          <dgm14:cNvPr xmlns:dgm14="http://schemas.microsoft.com/office/drawing/2010/diagram" id="0" name="">
            <a:hlinkClick xmlns:r="http://schemas.openxmlformats.org/officeDocument/2006/relationships" r:id="rId1" action="ppaction://hlinkfile"/>
          </dgm14:cNvPr>
        </a:ext>
      </dgm:extLst>
    </dgm:pt>
    <dgm:pt modelId="{2073E5EB-625C-4DBA-8AF9-EAE95607589B}" type="parTrans" cxnId="{FECEBD2E-81CD-44DB-A13D-578CFAA77C71}">
      <dgm:prSet/>
      <dgm:spPr/>
      <dgm:t>
        <a:bodyPr/>
        <a:lstStyle/>
        <a:p>
          <a:endParaRPr lang="zh-CN" altLang="en-US"/>
        </a:p>
      </dgm:t>
    </dgm:pt>
    <dgm:pt modelId="{CAECA426-02B3-4FFD-B5CC-33E7F1583B66}" type="sibTrans" cxnId="{FECEBD2E-81CD-44DB-A13D-578CFAA77C71}">
      <dgm:prSet/>
      <dgm:spPr/>
      <dgm:t>
        <a:bodyPr/>
        <a:lstStyle/>
        <a:p>
          <a:endParaRPr lang="zh-CN" altLang="en-US"/>
        </a:p>
      </dgm:t>
    </dgm:pt>
    <dgm:pt modelId="{B329ACDD-4C79-4D48-81F0-0B7B9A3E34AF}">
      <dgm:prSet phldrT="[文本]" custT="1"/>
      <dgm:spPr/>
      <dgm:t>
        <a:bodyPr/>
        <a:lstStyle/>
        <a:p>
          <a:r>
            <a:rPr lang="zh-CN" altLang="en-US" sz="800" b="0" i="0" u="none" dirty="0"/>
            <a:t>用断言检查永远不应该发生的错误</a:t>
          </a:r>
          <a:endParaRPr lang="zh-CN" altLang="en-US" sz="800" dirty="0"/>
        </a:p>
      </dgm:t>
      <dgm:extLst>
        <a:ext uri="{E40237B7-FDA0-4F09-8148-C483321AD2D9}">
          <dgm14:cNvPr xmlns:dgm14="http://schemas.microsoft.com/office/drawing/2010/diagram" id="0" name="">
            <a:hlinkClick xmlns:r="http://schemas.openxmlformats.org/officeDocument/2006/relationships" r:id="rId1" action="ppaction://hlinkfile"/>
          </dgm14:cNvPr>
        </a:ext>
      </dgm:extLst>
    </dgm:pt>
    <dgm:pt modelId="{4156E22D-D9CE-46EA-93CA-724201DD6EC5}" type="parTrans" cxnId="{815A2C24-BB10-42B1-BB29-FA86D20A7E34}">
      <dgm:prSet/>
      <dgm:spPr/>
      <dgm:t>
        <a:bodyPr/>
        <a:lstStyle/>
        <a:p>
          <a:endParaRPr lang="zh-CN" altLang="en-US"/>
        </a:p>
      </dgm:t>
    </dgm:pt>
    <dgm:pt modelId="{9CEEC41C-8622-4137-A018-25B947DF72CA}" type="sibTrans" cxnId="{815A2C24-BB10-42B1-BB29-FA86D20A7E34}">
      <dgm:prSet/>
      <dgm:spPr/>
      <dgm:t>
        <a:bodyPr/>
        <a:lstStyle/>
        <a:p>
          <a:endParaRPr lang="zh-CN" altLang="en-US"/>
        </a:p>
      </dgm:t>
    </dgm:pt>
    <dgm:pt modelId="{A3B4736F-A1CA-4F48-B343-EBDF379B06B3}">
      <dgm:prSet phldrT="[文本]"/>
      <dgm:spPr/>
      <dgm:t>
        <a:bodyPr/>
        <a:lstStyle/>
        <a:p>
          <a:r>
            <a:rPr lang="zh-CN" altLang="en-US" b="0" i="0" u="none" dirty="0"/>
            <a:t>错误处理代码</a:t>
          </a:r>
          <a:endParaRPr lang="zh-CN" altLang="en-US" dirty="0"/>
        </a:p>
      </dgm:t>
      <dgm:extLst>
        <a:ext uri="{E40237B7-FDA0-4F09-8148-C483321AD2D9}">
          <dgm14:cNvPr xmlns:dgm14="http://schemas.microsoft.com/office/drawing/2010/diagram" id="0" name="">
            <a:hlinkClick xmlns:r="http://schemas.openxmlformats.org/officeDocument/2006/relationships" r:id="rId2" action="ppaction://hlinkfile"/>
          </dgm14:cNvPr>
        </a:ext>
      </dgm:extLst>
    </dgm:pt>
    <dgm:pt modelId="{1C89EF21-7D8A-4FCA-AD6D-A05282E5415D}" type="parTrans" cxnId="{24876213-9CE7-4620-9FF3-021B7FDF8531}">
      <dgm:prSet/>
      <dgm:spPr/>
      <dgm:t>
        <a:bodyPr/>
        <a:lstStyle/>
        <a:p>
          <a:endParaRPr lang="zh-CN" altLang="en-US"/>
        </a:p>
      </dgm:t>
    </dgm:pt>
    <dgm:pt modelId="{69E68C66-A427-4EAC-B83A-4EEF2D33B3D0}" type="sibTrans" cxnId="{24876213-9CE7-4620-9FF3-021B7FDF8531}">
      <dgm:prSet/>
      <dgm:spPr/>
      <dgm:t>
        <a:bodyPr/>
        <a:lstStyle/>
        <a:p>
          <a:endParaRPr lang="zh-CN" altLang="en-US"/>
        </a:p>
      </dgm:t>
    </dgm:pt>
    <dgm:pt modelId="{2D76602F-075F-4A9B-BE66-C41B4D1AC6FA}">
      <dgm:prSet phldrT="[文本]" custT="1"/>
      <dgm:spPr/>
      <dgm:t>
        <a:bodyPr/>
        <a:lstStyle/>
        <a:p>
          <a:r>
            <a:rPr lang="zh-CN" altLang="en-US" sz="800" b="0" i="0" u="none" dirty="0"/>
            <a:t>用错误处理代码来处理预期会发生的状况，用断言来处理绝不应该发生的状况。通常用错误处理来检查有害的输入数据。断言检查代码中的</a:t>
          </a:r>
          <a:r>
            <a:rPr lang="en-US" altLang="zh-CN" sz="800" b="0" i="0" u="none" dirty="0"/>
            <a:t>bug</a:t>
          </a:r>
          <a:r>
            <a:rPr lang="zh-CN" altLang="en-US" sz="800" b="0" i="0" u="none" dirty="0"/>
            <a:t>。 </a:t>
          </a:r>
          <a:endParaRPr lang="zh-CN" altLang="en-US" sz="800" dirty="0"/>
        </a:p>
      </dgm:t>
      <dgm:extLst>
        <a:ext uri="{E40237B7-FDA0-4F09-8148-C483321AD2D9}">
          <dgm14:cNvPr xmlns:dgm14="http://schemas.microsoft.com/office/drawing/2010/diagram" id="0" name="">
            <a:hlinkClick xmlns:r="http://schemas.openxmlformats.org/officeDocument/2006/relationships" r:id="rId2" action="ppaction://hlinkfile"/>
          </dgm14:cNvPr>
        </a:ext>
      </dgm:extLst>
    </dgm:pt>
    <dgm:pt modelId="{C45D5353-1876-4D4F-B85C-75BB6AC7B51A}" type="parTrans" cxnId="{546CE65F-DC51-471F-9D32-2E1C1F90DD5B}">
      <dgm:prSet/>
      <dgm:spPr/>
      <dgm:t>
        <a:bodyPr/>
        <a:lstStyle/>
        <a:p>
          <a:endParaRPr lang="zh-CN" altLang="en-US"/>
        </a:p>
      </dgm:t>
    </dgm:pt>
    <dgm:pt modelId="{666829DA-F37C-441B-8731-23A51DBCB55D}" type="sibTrans" cxnId="{546CE65F-DC51-471F-9D32-2E1C1F90DD5B}">
      <dgm:prSet/>
      <dgm:spPr/>
      <dgm:t>
        <a:bodyPr/>
        <a:lstStyle/>
        <a:p>
          <a:endParaRPr lang="zh-CN" altLang="en-US"/>
        </a:p>
      </dgm:t>
    </dgm:pt>
    <dgm:pt modelId="{253F6FD3-9318-416F-BC19-62B2D12851A7}">
      <dgm:prSet phldrT="[文本]"/>
      <dgm:spPr/>
      <dgm:t>
        <a:bodyPr/>
        <a:lstStyle/>
        <a:p>
          <a:r>
            <a:rPr lang="zh-CN" altLang="en-US" b="0" i="0" u="none" dirty="0"/>
            <a:t>异常</a:t>
          </a:r>
          <a:endParaRPr lang="zh-CN" altLang="en-US" dirty="0"/>
        </a:p>
      </dgm:t>
      <dgm:extLst>
        <a:ext uri="{E40237B7-FDA0-4F09-8148-C483321AD2D9}">
          <dgm14:cNvPr xmlns:dgm14="http://schemas.microsoft.com/office/drawing/2010/diagram" id="0" name="">
            <a:hlinkClick xmlns:r="http://schemas.openxmlformats.org/officeDocument/2006/relationships" r:id="rId3" action="ppaction://hlinkfile"/>
          </dgm14:cNvPr>
        </a:ext>
      </dgm:extLst>
    </dgm:pt>
    <dgm:pt modelId="{BAA86271-E128-495D-A73C-5194E5CD03B8}" type="parTrans" cxnId="{88F75648-E296-4832-AB19-336AF5842F99}">
      <dgm:prSet/>
      <dgm:spPr/>
      <dgm:t>
        <a:bodyPr/>
        <a:lstStyle/>
        <a:p>
          <a:endParaRPr lang="zh-CN" altLang="en-US"/>
        </a:p>
      </dgm:t>
    </dgm:pt>
    <dgm:pt modelId="{8A9BD749-44E8-45AA-AA9B-0B4A5A584D82}" type="sibTrans" cxnId="{88F75648-E296-4832-AB19-336AF5842F99}">
      <dgm:prSet/>
      <dgm:spPr/>
      <dgm:t>
        <a:bodyPr/>
        <a:lstStyle/>
        <a:p>
          <a:endParaRPr lang="zh-CN" altLang="en-US"/>
        </a:p>
      </dgm:t>
    </dgm:pt>
    <dgm:pt modelId="{D33E4429-9CC5-47DF-9CB0-D553B1C2FFEE}">
      <dgm:prSet phldrT="[文本]" custT="1"/>
      <dgm:spPr/>
      <dgm:t>
        <a:bodyPr/>
        <a:lstStyle/>
        <a:p>
          <a:r>
            <a:rPr lang="zh-CN" altLang="en-US" sz="700" b="0" i="0" u="none" dirty="0"/>
            <a:t>如果一个子程序在运行过程中遇到了预料之外的情况，但这个情况又必须处理否则会影响功能的使用或程序的运行，这个时候需要子程序将异常抛出，把“问题”交给能解释并处理好它的代码。这属于一种错误处理机制。</a:t>
          </a:r>
          <a:endParaRPr lang="zh-CN" altLang="en-US" sz="700" dirty="0"/>
        </a:p>
      </dgm:t>
      <dgm:extLst>
        <a:ext uri="{E40237B7-FDA0-4F09-8148-C483321AD2D9}">
          <dgm14:cNvPr xmlns:dgm14="http://schemas.microsoft.com/office/drawing/2010/diagram" id="0" name="">
            <a:hlinkClick xmlns:r="http://schemas.openxmlformats.org/officeDocument/2006/relationships" r:id="rId3" action="ppaction://hlinkfile"/>
          </dgm14:cNvPr>
        </a:ext>
      </dgm:extLst>
    </dgm:pt>
    <dgm:pt modelId="{D21B0C06-F241-4D60-B38D-B2B8910EBE1B}" type="parTrans" cxnId="{591D1676-4F40-4A9D-A8D8-309DE38D1CC1}">
      <dgm:prSet/>
      <dgm:spPr/>
      <dgm:t>
        <a:bodyPr/>
        <a:lstStyle/>
        <a:p>
          <a:endParaRPr lang="zh-CN" altLang="en-US"/>
        </a:p>
      </dgm:t>
    </dgm:pt>
    <dgm:pt modelId="{DB1BC356-73AA-4694-AAAB-F247FC8E92B9}" type="sibTrans" cxnId="{591D1676-4F40-4A9D-A8D8-309DE38D1CC1}">
      <dgm:prSet/>
      <dgm:spPr/>
      <dgm:t>
        <a:bodyPr/>
        <a:lstStyle/>
        <a:p>
          <a:endParaRPr lang="zh-CN" altLang="en-US"/>
        </a:p>
      </dgm:t>
    </dgm:pt>
    <dgm:pt modelId="{78BFD150-8BFA-4D7F-B0D0-D368D0461499}">
      <dgm:prSet phldrT="[文本]"/>
      <dgm:spPr/>
      <dgm:t>
        <a:bodyPr/>
        <a:lstStyle/>
        <a:p>
          <a:r>
            <a:rPr lang="zh-CN" altLang="en-US" b="0" i="0" u="none" dirty="0"/>
            <a:t>隔栏</a:t>
          </a:r>
          <a:endParaRPr lang="zh-CN" altLang="en-US" dirty="0"/>
        </a:p>
      </dgm:t>
      <dgm:extLst>
        <a:ext uri="{E40237B7-FDA0-4F09-8148-C483321AD2D9}">
          <dgm14:cNvPr xmlns:dgm14="http://schemas.microsoft.com/office/drawing/2010/diagram" id="0" name="">
            <a:hlinkClick xmlns:r="http://schemas.openxmlformats.org/officeDocument/2006/relationships" r:id="rId4" action="ppaction://hlinkfile"/>
          </dgm14:cNvPr>
        </a:ext>
      </dgm:extLst>
    </dgm:pt>
    <dgm:pt modelId="{AEC7BE6D-E0DB-450A-B731-E1D2AB8022A4}" type="sibTrans" cxnId="{0C6FB68B-0B9E-48E0-9B3A-4C748F786794}">
      <dgm:prSet/>
      <dgm:spPr/>
      <dgm:t>
        <a:bodyPr/>
        <a:lstStyle/>
        <a:p>
          <a:endParaRPr lang="zh-CN" altLang="en-US"/>
        </a:p>
      </dgm:t>
    </dgm:pt>
    <dgm:pt modelId="{91000CBF-BF2F-4B7A-8A91-45264A97B571}" type="parTrans" cxnId="{0C6FB68B-0B9E-48E0-9B3A-4C748F786794}">
      <dgm:prSet/>
      <dgm:spPr/>
      <dgm:t>
        <a:bodyPr/>
        <a:lstStyle/>
        <a:p>
          <a:endParaRPr lang="zh-CN" altLang="en-US"/>
        </a:p>
      </dgm:t>
    </dgm:pt>
    <dgm:pt modelId="{02826174-56E7-43F0-958B-D9849BDDDA1E}">
      <dgm:prSet phldrT="[文本]" custT="1"/>
      <dgm:spPr/>
      <dgm:t>
        <a:bodyPr/>
        <a:lstStyle/>
        <a:p>
          <a:r>
            <a:rPr lang="zh-CN" altLang="en-US" sz="700" b="0" i="0" u="none" dirty="0"/>
            <a:t>数据源有两类，一类是外部传入一类是内部运算产生。由于外部数据的处理过程和存储环境对本模块设计者来说是模糊或不可见的，而内部数据处理直接或间接依赖于外部数据。因此我们假定外部数据是肮脏且不可信的，内部数据假定为干净（仅对少量安全性高数据检测）。不可信的外部数据传入内部需要一个统一数据清理的环节，这就是隔栏的作用。 </a:t>
          </a:r>
          <a:endParaRPr lang="zh-CN" altLang="en-US" sz="700" dirty="0"/>
        </a:p>
      </dgm:t>
      <dgm:extLst>
        <a:ext uri="{E40237B7-FDA0-4F09-8148-C483321AD2D9}">
          <dgm14:cNvPr xmlns:dgm14="http://schemas.microsoft.com/office/drawing/2010/diagram" id="0" name="">
            <a:hlinkClick xmlns:r="http://schemas.openxmlformats.org/officeDocument/2006/relationships" r:id="rId4" action="ppaction://hlinkfile"/>
          </dgm14:cNvPr>
        </a:ext>
      </dgm:extLst>
    </dgm:pt>
    <dgm:pt modelId="{8BC14488-B8C0-4263-B3F5-D26024C33C82}" type="sibTrans" cxnId="{9788FD2C-E453-4ABC-ACE9-98FED8814D9F}">
      <dgm:prSet/>
      <dgm:spPr/>
      <dgm:t>
        <a:bodyPr/>
        <a:lstStyle/>
        <a:p>
          <a:endParaRPr lang="zh-CN" altLang="en-US"/>
        </a:p>
      </dgm:t>
    </dgm:pt>
    <dgm:pt modelId="{08E6292F-21DC-4D5F-BA1B-F7E147036DF4}" type="parTrans" cxnId="{9788FD2C-E453-4ABC-ACE9-98FED8814D9F}">
      <dgm:prSet/>
      <dgm:spPr/>
      <dgm:t>
        <a:bodyPr/>
        <a:lstStyle/>
        <a:p>
          <a:endParaRPr lang="zh-CN" altLang="en-US"/>
        </a:p>
      </dgm:t>
    </dgm:pt>
    <dgm:pt modelId="{5C080495-FC26-493F-9504-EAAA9AEF49E2}">
      <dgm:prSet phldrT="[文本]"/>
      <dgm:spPr/>
      <dgm:t>
        <a:bodyPr/>
        <a:lstStyle/>
        <a:p>
          <a:r>
            <a:rPr lang="zh-CN" altLang="en-US" b="0" i="0" u="none" dirty="0"/>
            <a:t>错误日志</a:t>
          </a:r>
          <a:endParaRPr lang="zh-CN" altLang="en-US" dirty="0"/>
        </a:p>
      </dgm:t>
      <dgm:extLst>
        <a:ext uri="{E40237B7-FDA0-4F09-8148-C483321AD2D9}">
          <dgm14:cNvPr xmlns:dgm14="http://schemas.microsoft.com/office/drawing/2010/diagram" id="0" name="">
            <a:hlinkClick xmlns:r="http://schemas.openxmlformats.org/officeDocument/2006/relationships" r:id="rId2" action="ppaction://hlinkfile"/>
          </dgm14:cNvPr>
        </a:ext>
      </dgm:extLst>
    </dgm:pt>
    <dgm:pt modelId="{7C906D30-4350-442F-BFB0-BF0AFF3A7955}" type="sibTrans" cxnId="{9A4BB90B-B103-4607-9B6E-C5580A4209EA}">
      <dgm:prSet/>
      <dgm:spPr/>
      <dgm:t>
        <a:bodyPr/>
        <a:lstStyle/>
        <a:p>
          <a:endParaRPr lang="zh-CN" altLang="en-US"/>
        </a:p>
      </dgm:t>
    </dgm:pt>
    <dgm:pt modelId="{4B9C2670-E48A-47EE-9E63-D607DDE8DFD1}" type="parTrans" cxnId="{9A4BB90B-B103-4607-9B6E-C5580A4209EA}">
      <dgm:prSet/>
      <dgm:spPr/>
      <dgm:t>
        <a:bodyPr/>
        <a:lstStyle/>
        <a:p>
          <a:endParaRPr lang="zh-CN" altLang="en-US"/>
        </a:p>
      </dgm:t>
    </dgm:pt>
    <dgm:pt modelId="{4DD0E089-FD1D-4D60-945C-74FD5E48F7A3}">
      <dgm:prSet phldrT="[文本]" custT="1"/>
      <dgm:spPr/>
      <dgm:t>
        <a:bodyPr/>
        <a:lstStyle/>
        <a:p>
          <a:r>
            <a:rPr lang="zh-CN" altLang="en-US" sz="700" b="0" i="0" u="none" dirty="0"/>
            <a:t>数据源有两类，一类是外部传入一类是内部运算产生。由于外部数据的处理过程和存储环境对本模块设计者来说是模糊或不可见的，而内部数据处理直接或间接依赖于外部数据。因此我们假定外部数据是肮脏且不可信的，内部数据假定为干净（仅对少量安全性高数据检测）。不可信的外部数据传入内部需要一个统一数据清理的环节，这就是隔栏的作用。 </a:t>
          </a:r>
          <a:endParaRPr lang="zh-CN" altLang="en-US" sz="700" dirty="0"/>
        </a:p>
      </dgm:t>
      <dgm:extLst>
        <a:ext uri="{E40237B7-FDA0-4F09-8148-C483321AD2D9}">
          <dgm14:cNvPr xmlns:dgm14="http://schemas.microsoft.com/office/drawing/2010/diagram" id="0" name="">
            <a:hlinkClick xmlns:r="http://schemas.openxmlformats.org/officeDocument/2006/relationships" r:id="rId2" action="ppaction://hlinkfile"/>
          </dgm14:cNvPr>
        </a:ext>
      </dgm:extLst>
    </dgm:pt>
    <dgm:pt modelId="{AD136EF0-5F67-4AD3-A5E6-F2BA9713E107}" type="sibTrans" cxnId="{99B3E53F-6112-4862-B918-8387E8BD101A}">
      <dgm:prSet/>
      <dgm:spPr/>
      <dgm:t>
        <a:bodyPr/>
        <a:lstStyle/>
        <a:p>
          <a:endParaRPr lang="zh-CN" altLang="en-US"/>
        </a:p>
      </dgm:t>
    </dgm:pt>
    <dgm:pt modelId="{8FA30778-2846-4AFC-AD1A-2A708EAE0040}" type="parTrans" cxnId="{99B3E53F-6112-4862-B918-8387E8BD101A}">
      <dgm:prSet/>
      <dgm:spPr/>
      <dgm:t>
        <a:bodyPr/>
        <a:lstStyle/>
        <a:p>
          <a:endParaRPr lang="zh-CN" altLang="en-US"/>
        </a:p>
      </dgm:t>
    </dgm:pt>
    <dgm:pt modelId="{102C0E9C-B24C-4022-A141-BD1E1193A89C}">
      <dgm:prSet phldrT="[文本]"/>
      <dgm:spPr/>
      <dgm:t>
        <a:bodyPr/>
        <a:lstStyle/>
        <a:p>
          <a:r>
            <a:rPr lang="zh-CN" altLang="en-US" b="0" i="0" u="none" dirty="0"/>
            <a:t>错误码</a:t>
          </a:r>
          <a:endParaRPr lang="zh-CN" altLang="en-US" dirty="0"/>
        </a:p>
      </dgm:t>
      <dgm:extLst>
        <a:ext uri="{E40237B7-FDA0-4F09-8148-C483321AD2D9}">
          <dgm14:cNvPr xmlns:dgm14="http://schemas.microsoft.com/office/drawing/2010/diagram" id="0" name="">
            <a:hlinkClick xmlns:r="http://schemas.openxmlformats.org/officeDocument/2006/relationships" r:id="rId5" action="ppaction://hlinkfile"/>
          </dgm14:cNvPr>
        </a:ext>
      </dgm:extLst>
    </dgm:pt>
    <dgm:pt modelId="{5FF12C45-D3AA-4A2C-9E9A-206D28648D30}" type="parTrans" cxnId="{1825F4EB-A2AE-4782-AE72-73CB5C192769}">
      <dgm:prSet/>
      <dgm:spPr/>
      <dgm:t>
        <a:bodyPr/>
        <a:lstStyle/>
        <a:p>
          <a:endParaRPr lang="zh-CN" altLang="en-US"/>
        </a:p>
      </dgm:t>
    </dgm:pt>
    <dgm:pt modelId="{3F6E0DBF-B160-4F7B-B059-E24A969EEF05}" type="sibTrans" cxnId="{1825F4EB-A2AE-4782-AE72-73CB5C192769}">
      <dgm:prSet/>
      <dgm:spPr/>
      <dgm:t>
        <a:bodyPr/>
        <a:lstStyle/>
        <a:p>
          <a:endParaRPr lang="zh-CN" altLang="en-US"/>
        </a:p>
      </dgm:t>
    </dgm:pt>
    <dgm:pt modelId="{24909813-ED25-4144-890B-B5F860668795}">
      <dgm:prSet phldrT="[文本]" custT="1"/>
      <dgm:spPr/>
      <dgm:t>
        <a:bodyPr/>
        <a:lstStyle/>
        <a:p>
          <a:r>
            <a:rPr lang="zh-CN" altLang="en-US" sz="700" b="0" i="0" u="none" dirty="0"/>
            <a:t>软件运行中由于错误类型众多，为了对错误进行区分，系统设定了错误码（</a:t>
          </a:r>
          <a:r>
            <a:rPr lang="en-US" altLang="zh-CN" sz="700" b="0" i="0" u="none" dirty="0"/>
            <a:t>error code</a:t>
          </a:r>
          <a:r>
            <a:rPr lang="zh-CN" altLang="en-US" sz="700" b="0" i="0" u="none" dirty="0"/>
            <a:t>），软件通过内部的自检机制超出错误并抛出给开发人员，开发人员通过错误码快速分析错误原因。</a:t>
          </a:r>
          <a:endParaRPr lang="zh-CN" altLang="en-US" sz="700" dirty="0"/>
        </a:p>
      </dgm:t>
      <dgm:extLst>
        <a:ext uri="{E40237B7-FDA0-4F09-8148-C483321AD2D9}">
          <dgm14:cNvPr xmlns:dgm14="http://schemas.microsoft.com/office/drawing/2010/diagram" id="0" name="">
            <a:hlinkClick xmlns:r="http://schemas.openxmlformats.org/officeDocument/2006/relationships" r:id="rId5" action="ppaction://hlinkfile"/>
          </dgm14:cNvPr>
        </a:ext>
      </dgm:extLst>
    </dgm:pt>
    <dgm:pt modelId="{223F3E0A-5088-4E67-8A06-2E2D7854DA3F}" type="parTrans" cxnId="{725F0A70-28B1-4A26-B394-32EED96B9188}">
      <dgm:prSet/>
      <dgm:spPr/>
      <dgm:t>
        <a:bodyPr/>
        <a:lstStyle/>
        <a:p>
          <a:endParaRPr lang="zh-CN" altLang="en-US"/>
        </a:p>
      </dgm:t>
    </dgm:pt>
    <dgm:pt modelId="{EF6E4851-A76F-445F-8030-5EB0E44650E9}" type="sibTrans" cxnId="{725F0A70-28B1-4A26-B394-32EED96B9188}">
      <dgm:prSet/>
      <dgm:spPr/>
      <dgm:t>
        <a:bodyPr/>
        <a:lstStyle/>
        <a:p>
          <a:endParaRPr lang="zh-CN" altLang="en-US"/>
        </a:p>
      </dgm:t>
    </dgm:pt>
    <dgm:pt modelId="{03125666-AE80-4F79-B8DA-0E293E86416B}">
      <dgm:prSet phldrT="[文本]"/>
      <dgm:spPr/>
      <dgm:t>
        <a:bodyPr/>
        <a:lstStyle/>
        <a:p>
          <a:r>
            <a:rPr lang="zh-CN" altLang="en-US" b="0" i="0" u="none" dirty="0"/>
            <a:t>调试</a:t>
          </a:r>
          <a:r>
            <a:rPr lang="en-US" b="0" i="0" u="none" dirty="0"/>
            <a:t>log</a:t>
          </a:r>
          <a:endParaRPr lang="zh-CN" altLang="en-US" dirty="0"/>
        </a:p>
      </dgm:t>
      <dgm:extLst>
        <a:ext uri="{E40237B7-FDA0-4F09-8148-C483321AD2D9}">
          <dgm14:cNvPr xmlns:dgm14="http://schemas.microsoft.com/office/drawing/2010/diagram" id="0" name="">
            <a:hlinkClick xmlns:r="http://schemas.openxmlformats.org/officeDocument/2006/relationships" r:id="rId6" action="ppaction://hlinkfile"/>
          </dgm14:cNvPr>
        </a:ext>
      </dgm:extLst>
    </dgm:pt>
    <dgm:pt modelId="{AC4DAE4C-755B-40BB-B659-857B3AE380B3}" type="parTrans" cxnId="{87FA6D30-BEEA-4C68-B35D-C0A38FFD5398}">
      <dgm:prSet/>
      <dgm:spPr/>
      <dgm:t>
        <a:bodyPr/>
        <a:lstStyle/>
        <a:p>
          <a:endParaRPr lang="zh-CN" altLang="en-US"/>
        </a:p>
      </dgm:t>
    </dgm:pt>
    <dgm:pt modelId="{E092C8B3-AAAF-4FAE-9585-57CB85F94FD4}" type="sibTrans" cxnId="{87FA6D30-BEEA-4C68-B35D-C0A38FFD5398}">
      <dgm:prSet/>
      <dgm:spPr/>
      <dgm:t>
        <a:bodyPr/>
        <a:lstStyle/>
        <a:p>
          <a:endParaRPr lang="zh-CN" altLang="en-US"/>
        </a:p>
      </dgm:t>
    </dgm:pt>
    <dgm:pt modelId="{0500277F-F428-492F-859A-656E9FC79772}">
      <dgm:prSet phldrT="[文本]" custT="1"/>
      <dgm:spPr/>
      <dgm:t>
        <a:bodyPr/>
        <a:lstStyle/>
        <a:p>
          <a:r>
            <a:rPr lang="zh-CN" altLang="en-US" sz="700" b="0" i="0" u="none" dirty="0"/>
            <a:t>跟踪代码运行轨迹，担当开发环境中的调试利器，提高开发效率，增强查错能力。</a:t>
          </a:r>
          <a:endParaRPr lang="zh-CN" altLang="en-US" sz="700" dirty="0"/>
        </a:p>
      </dgm:t>
      <dgm:extLst>
        <a:ext uri="{E40237B7-FDA0-4F09-8148-C483321AD2D9}">
          <dgm14:cNvPr xmlns:dgm14="http://schemas.microsoft.com/office/drawing/2010/diagram" id="0" name="">
            <a:hlinkClick xmlns:r="http://schemas.openxmlformats.org/officeDocument/2006/relationships" r:id="rId6" action="ppaction://hlinkfile"/>
          </dgm14:cNvPr>
        </a:ext>
      </dgm:extLst>
    </dgm:pt>
    <dgm:pt modelId="{E9F21715-314B-490E-BE37-6DFEF8794BEA}" type="parTrans" cxnId="{FA2DD92B-5837-4B30-8F1F-06FFF68D3A66}">
      <dgm:prSet/>
      <dgm:spPr/>
      <dgm:t>
        <a:bodyPr/>
        <a:lstStyle/>
        <a:p>
          <a:endParaRPr lang="zh-CN" altLang="en-US"/>
        </a:p>
      </dgm:t>
    </dgm:pt>
    <dgm:pt modelId="{602E3875-DB62-44A2-A11B-BB9E7D52C081}" type="sibTrans" cxnId="{FA2DD92B-5837-4B30-8F1F-06FFF68D3A66}">
      <dgm:prSet/>
      <dgm:spPr/>
      <dgm:t>
        <a:bodyPr/>
        <a:lstStyle/>
        <a:p>
          <a:endParaRPr lang="zh-CN" altLang="en-US"/>
        </a:p>
      </dgm:t>
    </dgm:pt>
    <dgm:pt modelId="{29873824-437C-4FFA-9EF1-22B81BF2D982}" type="pres">
      <dgm:prSet presAssocID="{757D8B60-042D-4841-B98D-090ACF9AF35D}" presName="list" presStyleCnt="0">
        <dgm:presLayoutVars>
          <dgm:dir/>
          <dgm:animLvl val="lvl"/>
        </dgm:presLayoutVars>
      </dgm:prSet>
      <dgm:spPr/>
    </dgm:pt>
    <dgm:pt modelId="{54603DF9-6B52-4E30-AA84-98E57060E988}" type="pres">
      <dgm:prSet presAssocID="{45742299-FD28-4B8C-9CD2-20AE88366872}" presName="posSpace" presStyleCnt="0"/>
      <dgm:spPr/>
    </dgm:pt>
    <dgm:pt modelId="{604474C7-C5C6-4581-94C0-6C50C4FA2F02}" type="pres">
      <dgm:prSet presAssocID="{45742299-FD28-4B8C-9CD2-20AE88366872}" presName="vertFlow" presStyleCnt="0"/>
      <dgm:spPr/>
    </dgm:pt>
    <dgm:pt modelId="{E5802F49-24AE-4E90-BD49-7104B2FE2C6A}" type="pres">
      <dgm:prSet presAssocID="{45742299-FD28-4B8C-9CD2-20AE88366872}" presName="topSpace" presStyleCnt="0"/>
      <dgm:spPr/>
    </dgm:pt>
    <dgm:pt modelId="{5F6E0621-E2AF-42EF-8003-0D533C437DC8}" type="pres">
      <dgm:prSet presAssocID="{45742299-FD28-4B8C-9CD2-20AE88366872}" presName="firstComp" presStyleCnt="0"/>
      <dgm:spPr/>
    </dgm:pt>
    <dgm:pt modelId="{21E8B449-17FD-4DCC-A569-AA738D56810B}" type="pres">
      <dgm:prSet presAssocID="{45742299-FD28-4B8C-9CD2-20AE88366872}" presName="firstChild" presStyleLbl="bgAccFollowNode1" presStyleIdx="0" presStyleCnt="7" custScaleX="165481" custScaleY="276262" custLinFactX="100000" custLinFactY="-100000" custLinFactNeighborX="153093" custLinFactNeighborY="-193793"/>
      <dgm:spPr/>
    </dgm:pt>
    <dgm:pt modelId="{8848803C-FB7D-4929-B866-CF284427E30D}" type="pres">
      <dgm:prSet presAssocID="{45742299-FD28-4B8C-9CD2-20AE88366872}" presName="firstChildTx" presStyleLbl="bgAccFollowNode1" presStyleIdx="0" presStyleCnt="7">
        <dgm:presLayoutVars>
          <dgm:bulletEnabled val="1"/>
        </dgm:presLayoutVars>
      </dgm:prSet>
      <dgm:spPr/>
    </dgm:pt>
    <dgm:pt modelId="{FF36A2AA-6468-4A81-83E1-847AC22A28D8}" type="pres">
      <dgm:prSet presAssocID="{45742299-FD28-4B8C-9CD2-20AE88366872}" presName="negSpace" presStyleCnt="0"/>
      <dgm:spPr/>
    </dgm:pt>
    <dgm:pt modelId="{99E508C5-C836-4435-B411-22E30558C674}" type="pres">
      <dgm:prSet presAssocID="{45742299-FD28-4B8C-9CD2-20AE88366872}" presName="circle" presStyleLbl="node1" presStyleIdx="0" presStyleCnt="7" custLinFactX="100000" custLinFactY="-102523" custLinFactNeighborX="190768" custLinFactNeighborY="-200000"/>
      <dgm:spPr/>
    </dgm:pt>
    <dgm:pt modelId="{C2CF8AC4-2B10-47AB-8863-6CE4990BB837}" type="pres">
      <dgm:prSet presAssocID="{CAECA426-02B3-4FFD-B5CC-33E7F1583B66}" presName="transSpace" presStyleCnt="0"/>
      <dgm:spPr/>
    </dgm:pt>
    <dgm:pt modelId="{78F0D25C-1698-495F-86C2-FB07B6910828}" type="pres">
      <dgm:prSet presAssocID="{A3B4736F-A1CA-4F48-B343-EBDF379B06B3}" presName="posSpace" presStyleCnt="0"/>
      <dgm:spPr/>
    </dgm:pt>
    <dgm:pt modelId="{5C2C2133-87CE-4E03-ADF8-DC6EEF0456D2}" type="pres">
      <dgm:prSet presAssocID="{A3B4736F-A1CA-4F48-B343-EBDF379B06B3}" presName="vertFlow" presStyleCnt="0"/>
      <dgm:spPr/>
    </dgm:pt>
    <dgm:pt modelId="{0F997547-0DB7-4586-BC64-51DCF1B85B3E}" type="pres">
      <dgm:prSet presAssocID="{A3B4736F-A1CA-4F48-B343-EBDF379B06B3}" presName="topSpace" presStyleCnt="0"/>
      <dgm:spPr/>
    </dgm:pt>
    <dgm:pt modelId="{60451786-1FF7-441D-8628-A684EE6A70FB}" type="pres">
      <dgm:prSet presAssocID="{A3B4736F-A1CA-4F48-B343-EBDF379B06B3}" presName="firstComp" presStyleCnt="0"/>
      <dgm:spPr/>
    </dgm:pt>
    <dgm:pt modelId="{AAE25444-4638-48A7-93B6-4983BADC5867}" type="pres">
      <dgm:prSet presAssocID="{A3B4736F-A1CA-4F48-B343-EBDF379B06B3}" presName="firstChild" presStyleLbl="bgAccFollowNode1" presStyleIdx="1" presStyleCnt="7" custScaleX="165481" custScaleY="276262" custLinFactX="190100" custLinFactY="-100000" custLinFactNeighborX="200000" custLinFactNeighborY="-199140"/>
      <dgm:spPr/>
    </dgm:pt>
    <dgm:pt modelId="{50BD7CB8-E0E1-4E7E-AE9E-FAA1AA8A8070}" type="pres">
      <dgm:prSet presAssocID="{A3B4736F-A1CA-4F48-B343-EBDF379B06B3}" presName="firstChildTx" presStyleLbl="bgAccFollowNode1" presStyleIdx="1" presStyleCnt="7">
        <dgm:presLayoutVars>
          <dgm:bulletEnabled val="1"/>
        </dgm:presLayoutVars>
      </dgm:prSet>
      <dgm:spPr/>
    </dgm:pt>
    <dgm:pt modelId="{9AD0F12D-7F8B-4471-8A59-A003D130D269}" type="pres">
      <dgm:prSet presAssocID="{A3B4736F-A1CA-4F48-B343-EBDF379B06B3}" presName="negSpace" presStyleCnt="0"/>
      <dgm:spPr/>
    </dgm:pt>
    <dgm:pt modelId="{AEA01D27-C6A4-48C4-9838-5143ECCB300D}" type="pres">
      <dgm:prSet presAssocID="{A3B4736F-A1CA-4F48-B343-EBDF379B06B3}" presName="circle" presStyleLbl="node1" presStyleIdx="1" presStyleCnt="7" custLinFactX="283261" custLinFactY="-103138" custLinFactNeighborX="300000" custLinFactNeighborY="-200000"/>
      <dgm:spPr/>
    </dgm:pt>
    <dgm:pt modelId="{67EDD0F8-6A68-4D28-BC9D-C2DE0F735167}" type="pres">
      <dgm:prSet presAssocID="{69E68C66-A427-4EAC-B83A-4EEF2D33B3D0}" presName="transSpace" presStyleCnt="0"/>
      <dgm:spPr/>
    </dgm:pt>
    <dgm:pt modelId="{EE736179-3991-4B43-88C5-C7E25CBBBE86}" type="pres">
      <dgm:prSet presAssocID="{253F6FD3-9318-416F-BC19-62B2D12851A7}" presName="posSpace" presStyleCnt="0"/>
      <dgm:spPr/>
    </dgm:pt>
    <dgm:pt modelId="{E9A75337-B127-49D9-AF13-822F1450EA9A}" type="pres">
      <dgm:prSet presAssocID="{253F6FD3-9318-416F-BC19-62B2D12851A7}" presName="vertFlow" presStyleCnt="0"/>
      <dgm:spPr/>
    </dgm:pt>
    <dgm:pt modelId="{F0CA180C-192D-4ED3-B4D6-94E24900B9E9}" type="pres">
      <dgm:prSet presAssocID="{253F6FD3-9318-416F-BC19-62B2D12851A7}" presName="topSpace" presStyleCnt="0"/>
      <dgm:spPr/>
    </dgm:pt>
    <dgm:pt modelId="{B1E055C6-9976-491B-BEB7-A2261CFCFBBE}" type="pres">
      <dgm:prSet presAssocID="{253F6FD3-9318-416F-BC19-62B2D12851A7}" presName="firstComp" presStyleCnt="0"/>
      <dgm:spPr/>
    </dgm:pt>
    <dgm:pt modelId="{FA382476-8C86-4D17-8E32-F55FAEA6C78C}" type="pres">
      <dgm:prSet presAssocID="{253F6FD3-9318-416F-BC19-62B2D12851A7}" presName="firstChild" presStyleLbl="bgAccFollowNode1" presStyleIdx="2" presStyleCnt="7" custScaleX="165481" custScaleY="276262" custLinFactX="207299" custLinFactY="-102329" custLinFactNeighborX="300000" custLinFactNeighborY="-200000"/>
      <dgm:spPr/>
    </dgm:pt>
    <dgm:pt modelId="{04D1C14B-09D1-428F-AD9E-9F28B8CE544E}" type="pres">
      <dgm:prSet presAssocID="{253F6FD3-9318-416F-BC19-62B2D12851A7}" presName="firstChildTx" presStyleLbl="bgAccFollowNode1" presStyleIdx="2" presStyleCnt="7">
        <dgm:presLayoutVars>
          <dgm:bulletEnabled val="1"/>
        </dgm:presLayoutVars>
      </dgm:prSet>
      <dgm:spPr/>
    </dgm:pt>
    <dgm:pt modelId="{E8B40826-5FDD-4631-BDF0-3F32AFC72420}" type="pres">
      <dgm:prSet presAssocID="{253F6FD3-9318-416F-BC19-62B2D12851A7}" presName="negSpace" presStyleCnt="0"/>
      <dgm:spPr/>
    </dgm:pt>
    <dgm:pt modelId="{EF581826-0E3C-41C4-B459-F54164E93E1F}" type="pres">
      <dgm:prSet presAssocID="{253F6FD3-9318-416F-BC19-62B2D12851A7}" presName="circle" presStyleLbl="node1" presStyleIdx="2" presStyleCnt="7" custLinFactX="400000" custLinFactY="-105873" custLinFactNeighborX="421315" custLinFactNeighborY="-200000"/>
      <dgm:spPr/>
    </dgm:pt>
    <dgm:pt modelId="{22ED5597-2511-481C-9C03-4A1C45705838}" type="pres">
      <dgm:prSet presAssocID="{8A9BD749-44E8-45AA-AA9B-0B4A5A584D82}" presName="transSpace" presStyleCnt="0"/>
      <dgm:spPr/>
    </dgm:pt>
    <dgm:pt modelId="{5EF5667D-D0A5-4D8D-8E9B-3E18475DD2F8}" type="pres">
      <dgm:prSet presAssocID="{78BFD150-8BFA-4D7F-B0D0-D368D0461499}" presName="posSpace" presStyleCnt="0"/>
      <dgm:spPr/>
    </dgm:pt>
    <dgm:pt modelId="{F6E2F04E-8521-4B8F-BFA3-FAE72E347B7F}" type="pres">
      <dgm:prSet presAssocID="{78BFD150-8BFA-4D7F-B0D0-D368D0461499}" presName="vertFlow" presStyleCnt="0"/>
      <dgm:spPr/>
    </dgm:pt>
    <dgm:pt modelId="{7292A256-DB65-4F63-9BEF-707D71311D3E}" type="pres">
      <dgm:prSet presAssocID="{78BFD150-8BFA-4D7F-B0D0-D368D0461499}" presName="topSpace" presStyleCnt="0"/>
      <dgm:spPr/>
    </dgm:pt>
    <dgm:pt modelId="{CD35B11C-F7B8-45A3-B007-588316517F90}" type="pres">
      <dgm:prSet presAssocID="{78BFD150-8BFA-4D7F-B0D0-D368D0461499}" presName="firstComp" presStyleCnt="0"/>
      <dgm:spPr/>
    </dgm:pt>
    <dgm:pt modelId="{31B3F72A-D207-4E9C-9D86-B9EEF32D4BD7}" type="pres">
      <dgm:prSet presAssocID="{78BFD150-8BFA-4D7F-B0D0-D368D0461499}" presName="firstChild" presStyleLbl="bgAccFollowNode1" presStyleIdx="3" presStyleCnt="7" custScaleX="165481" custScaleY="276262" custLinFactX="-164003" custLinFactNeighborX="-200000" custLinFactNeighborY="66726"/>
      <dgm:spPr/>
    </dgm:pt>
    <dgm:pt modelId="{E407403D-EE8B-4D08-8BB1-90B44E4B8A2F}" type="pres">
      <dgm:prSet presAssocID="{78BFD150-8BFA-4D7F-B0D0-D368D0461499}" presName="firstChildTx" presStyleLbl="bgAccFollowNode1" presStyleIdx="3" presStyleCnt="7">
        <dgm:presLayoutVars>
          <dgm:bulletEnabled val="1"/>
        </dgm:presLayoutVars>
      </dgm:prSet>
      <dgm:spPr/>
    </dgm:pt>
    <dgm:pt modelId="{3304A265-3E98-4124-B220-5510648F9577}" type="pres">
      <dgm:prSet presAssocID="{78BFD150-8BFA-4D7F-B0D0-D368D0461499}" presName="negSpace" presStyleCnt="0"/>
      <dgm:spPr/>
    </dgm:pt>
    <dgm:pt modelId="{905244D4-48AB-44CD-8A68-89DF5545DC05}" type="pres">
      <dgm:prSet presAssocID="{78BFD150-8BFA-4D7F-B0D0-D368D0461499}" presName="circle" presStyleLbl="node1" presStyleIdx="3" presStyleCnt="7" custLinFactX="-400000" custLinFactNeighborX="-491406" custLinFactNeighborY="50576"/>
      <dgm:spPr/>
    </dgm:pt>
    <dgm:pt modelId="{95719A3A-FDD2-4045-9886-C98CD6CE30ED}" type="pres">
      <dgm:prSet presAssocID="{AEC7BE6D-E0DB-450A-B731-E1D2AB8022A4}" presName="transSpace" presStyleCnt="0"/>
      <dgm:spPr/>
    </dgm:pt>
    <dgm:pt modelId="{8F272654-1CD6-46B0-891E-DB94C2B3EC0C}" type="pres">
      <dgm:prSet presAssocID="{5C080495-FC26-493F-9504-EAAA9AEF49E2}" presName="posSpace" presStyleCnt="0"/>
      <dgm:spPr/>
    </dgm:pt>
    <dgm:pt modelId="{900463A2-6366-4404-B628-D26E18DFE12D}" type="pres">
      <dgm:prSet presAssocID="{5C080495-FC26-493F-9504-EAAA9AEF49E2}" presName="vertFlow" presStyleCnt="0"/>
      <dgm:spPr/>
    </dgm:pt>
    <dgm:pt modelId="{EBDAAECD-DA75-4A31-9835-88536C07E4ED}" type="pres">
      <dgm:prSet presAssocID="{5C080495-FC26-493F-9504-EAAA9AEF49E2}" presName="topSpace" presStyleCnt="0"/>
      <dgm:spPr/>
    </dgm:pt>
    <dgm:pt modelId="{FF9B3719-B3EF-4C35-B151-097D0B3E00E1}" type="pres">
      <dgm:prSet presAssocID="{5C080495-FC26-493F-9504-EAAA9AEF49E2}" presName="firstComp" presStyleCnt="0"/>
      <dgm:spPr/>
    </dgm:pt>
    <dgm:pt modelId="{D40DA8C6-BFF6-4F09-8FEF-A0545B8E303B}" type="pres">
      <dgm:prSet presAssocID="{5C080495-FC26-493F-9504-EAAA9AEF49E2}" presName="firstChild" presStyleLbl="bgAccFollowNode1" presStyleIdx="4" presStyleCnt="7" custScaleX="165481" custScaleY="276262" custLinFactX="-100000" custLinFactNeighborX="-127202" custLinFactNeighborY="66726"/>
      <dgm:spPr/>
    </dgm:pt>
    <dgm:pt modelId="{A8CC20C9-8375-4959-B625-16F1CF697539}" type="pres">
      <dgm:prSet presAssocID="{5C080495-FC26-493F-9504-EAAA9AEF49E2}" presName="firstChildTx" presStyleLbl="bgAccFollowNode1" presStyleIdx="4" presStyleCnt="7">
        <dgm:presLayoutVars>
          <dgm:bulletEnabled val="1"/>
        </dgm:presLayoutVars>
      </dgm:prSet>
      <dgm:spPr/>
    </dgm:pt>
    <dgm:pt modelId="{B06A9650-ED12-44C7-AABE-ADC9E820CEBF}" type="pres">
      <dgm:prSet presAssocID="{5C080495-FC26-493F-9504-EAAA9AEF49E2}" presName="negSpace" presStyleCnt="0"/>
      <dgm:spPr/>
    </dgm:pt>
    <dgm:pt modelId="{C0709943-E74A-4395-960A-C09B37F0218D}" type="pres">
      <dgm:prSet presAssocID="{5C080495-FC26-493F-9504-EAAA9AEF49E2}" presName="circle" presStyleLbl="node1" presStyleIdx="4" presStyleCnt="7" custLinFactX="-300000" custLinFactNeighborX="-334674" custLinFactNeighborY="62001"/>
      <dgm:spPr/>
    </dgm:pt>
    <dgm:pt modelId="{0C7AD29F-B691-49C4-A884-641F61694EEB}" type="pres">
      <dgm:prSet presAssocID="{7C906D30-4350-442F-BFB0-BF0AFF3A7955}" presName="transSpace" presStyleCnt="0"/>
      <dgm:spPr/>
    </dgm:pt>
    <dgm:pt modelId="{942BEDE9-495F-48AF-90C0-7683C061C283}" type="pres">
      <dgm:prSet presAssocID="{102C0E9C-B24C-4022-A141-BD1E1193A89C}" presName="posSpace" presStyleCnt="0"/>
      <dgm:spPr/>
    </dgm:pt>
    <dgm:pt modelId="{93B23C18-5559-48D4-8726-C33B8017956E}" type="pres">
      <dgm:prSet presAssocID="{102C0E9C-B24C-4022-A141-BD1E1193A89C}" presName="vertFlow" presStyleCnt="0"/>
      <dgm:spPr/>
    </dgm:pt>
    <dgm:pt modelId="{5340517A-31C2-47BA-91C7-DD8EB74B5BEC}" type="pres">
      <dgm:prSet presAssocID="{102C0E9C-B24C-4022-A141-BD1E1193A89C}" presName="topSpace" presStyleCnt="0"/>
      <dgm:spPr/>
    </dgm:pt>
    <dgm:pt modelId="{8A4D26EE-8778-4389-A5DA-11BD3C831BF2}" type="pres">
      <dgm:prSet presAssocID="{102C0E9C-B24C-4022-A141-BD1E1193A89C}" presName="firstComp" presStyleCnt="0"/>
      <dgm:spPr/>
    </dgm:pt>
    <dgm:pt modelId="{8E7E2D68-8262-4262-8BD8-6EB51420A4D5}" type="pres">
      <dgm:prSet presAssocID="{102C0E9C-B24C-4022-A141-BD1E1193A89C}" presName="firstChild" presStyleLbl="bgAccFollowNode1" presStyleIdx="5" presStyleCnt="7" custScaleX="165481" custScaleY="276262" custLinFactX="-6149" custLinFactNeighborX="-100000" custLinFactNeighborY="66726"/>
      <dgm:spPr/>
    </dgm:pt>
    <dgm:pt modelId="{D2088C1A-211D-4BFA-8F3C-E5261327401E}" type="pres">
      <dgm:prSet presAssocID="{102C0E9C-B24C-4022-A141-BD1E1193A89C}" presName="firstChildTx" presStyleLbl="bgAccFollowNode1" presStyleIdx="5" presStyleCnt="7">
        <dgm:presLayoutVars>
          <dgm:bulletEnabled val="1"/>
        </dgm:presLayoutVars>
      </dgm:prSet>
      <dgm:spPr/>
    </dgm:pt>
    <dgm:pt modelId="{A89ED44C-2A02-4AC3-B2DC-7A38F0C9B307}" type="pres">
      <dgm:prSet presAssocID="{102C0E9C-B24C-4022-A141-BD1E1193A89C}" presName="negSpace" presStyleCnt="0"/>
      <dgm:spPr/>
    </dgm:pt>
    <dgm:pt modelId="{68C71EE6-C224-4579-B68F-2A2FBEEB611D}" type="pres">
      <dgm:prSet presAssocID="{102C0E9C-B24C-4022-A141-BD1E1193A89C}" presName="circle" presStyleLbl="node1" presStyleIdx="5" presStyleCnt="7" custLinFactX="-197362" custLinFactNeighborX="-200000" custLinFactNeighborY="50996"/>
      <dgm:spPr/>
    </dgm:pt>
    <dgm:pt modelId="{0D6DD197-201E-41B1-BDA4-F6EEBC05CCEA}" type="pres">
      <dgm:prSet presAssocID="{3F6E0DBF-B160-4F7B-B059-E24A969EEF05}" presName="transSpace" presStyleCnt="0"/>
      <dgm:spPr/>
    </dgm:pt>
    <dgm:pt modelId="{F9F7AC3A-8E77-4FE0-9F52-298243E50048}" type="pres">
      <dgm:prSet presAssocID="{03125666-AE80-4F79-B8DA-0E293E86416B}" presName="posSpace" presStyleCnt="0"/>
      <dgm:spPr/>
    </dgm:pt>
    <dgm:pt modelId="{8232BBF5-ED30-4256-93E3-AB3F51BDBFFB}" type="pres">
      <dgm:prSet presAssocID="{03125666-AE80-4F79-B8DA-0E293E86416B}" presName="vertFlow" presStyleCnt="0"/>
      <dgm:spPr/>
    </dgm:pt>
    <dgm:pt modelId="{B1A1FA2A-5A5C-41C3-81B8-E027898B6E2A}" type="pres">
      <dgm:prSet presAssocID="{03125666-AE80-4F79-B8DA-0E293E86416B}" presName="topSpace" presStyleCnt="0"/>
      <dgm:spPr/>
    </dgm:pt>
    <dgm:pt modelId="{FF80DDC3-B2E2-48D3-957C-8A0317A05863}" type="pres">
      <dgm:prSet presAssocID="{03125666-AE80-4F79-B8DA-0E293E86416B}" presName="firstComp" presStyleCnt="0"/>
      <dgm:spPr/>
    </dgm:pt>
    <dgm:pt modelId="{1E3E7ABE-8FFE-4832-B715-FB2C74FA88D9}" type="pres">
      <dgm:prSet presAssocID="{03125666-AE80-4F79-B8DA-0E293E86416B}" presName="firstChild" presStyleLbl="bgAccFollowNode1" presStyleIdx="6" presStyleCnt="7" custScaleX="165481" custScaleY="276262" custLinFactX="-300000" custLinFactY="200000" custLinFactNeighborX="-338738" custLinFactNeighborY="225997"/>
      <dgm:spPr/>
    </dgm:pt>
    <dgm:pt modelId="{5B861E52-60A9-4283-9B5E-43B59E0C7A75}" type="pres">
      <dgm:prSet presAssocID="{03125666-AE80-4F79-B8DA-0E293E86416B}" presName="firstChildTx" presStyleLbl="bgAccFollowNode1" presStyleIdx="6" presStyleCnt="7">
        <dgm:presLayoutVars>
          <dgm:bulletEnabled val="1"/>
        </dgm:presLayoutVars>
      </dgm:prSet>
      <dgm:spPr/>
    </dgm:pt>
    <dgm:pt modelId="{23E25CF7-B70F-4C7F-B01C-C7348735E5ED}" type="pres">
      <dgm:prSet presAssocID="{03125666-AE80-4F79-B8DA-0E293E86416B}" presName="negSpace" presStyleCnt="0"/>
      <dgm:spPr/>
    </dgm:pt>
    <dgm:pt modelId="{128B0B85-C415-4091-B680-29561190E358}" type="pres">
      <dgm:prSet presAssocID="{03125666-AE80-4F79-B8DA-0E293E86416B}" presName="circle" presStyleLbl="node1" presStyleIdx="6" presStyleCnt="7" custLinFactX="-500000" custLinFactY="200000" custLinFactNeighborX="-573896" custLinFactNeighborY="218029"/>
      <dgm:spPr/>
    </dgm:pt>
  </dgm:ptLst>
  <dgm:cxnLst>
    <dgm:cxn modelId="{9AD18103-9EC8-4B69-8387-229290F6A232}" type="presOf" srcId="{B329ACDD-4C79-4D48-81F0-0B7B9A3E34AF}" destId="{21E8B449-17FD-4DCC-A569-AA738D56810B}" srcOrd="0" destOrd="0" presId="urn:microsoft.com/office/officeart/2005/8/layout/hList9"/>
    <dgm:cxn modelId="{1ACF260B-A053-44BB-B5B8-36E1DD600E5B}" type="presOf" srcId="{757D8B60-042D-4841-B98D-090ACF9AF35D}" destId="{29873824-437C-4FFA-9EF1-22B81BF2D982}" srcOrd="0" destOrd="0" presId="urn:microsoft.com/office/officeart/2005/8/layout/hList9"/>
    <dgm:cxn modelId="{9A4BB90B-B103-4607-9B6E-C5580A4209EA}" srcId="{757D8B60-042D-4841-B98D-090ACF9AF35D}" destId="{5C080495-FC26-493F-9504-EAAA9AEF49E2}" srcOrd="4" destOrd="0" parTransId="{4B9C2670-E48A-47EE-9E63-D607DDE8DFD1}" sibTransId="{7C906D30-4350-442F-BFB0-BF0AFF3A7955}"/>
    <dgm:cxn modelId="{24876213-9CE7-4620-9FF3-021B7FDF8531}" srcId="{757D8B60-042D-4841-B98D-090ACF9AF35D}" destId="{A3B4736F-A1CA-4F48-B343-EBDF379B06B3}" srcOrd="1" destOrd="0" parTransId="{1C89EF21-7D8A-4FCA-AD6D-A05282E5415D}" sibTransId="{69E68C66-A427-4EAC-B83A-4EEF2D33B3D0}"/>
    <dgm:cxn modelId="{9C0C411A-EF6F-43AB-94C0-F9B270C079F3}" type="presOf" srcId="{4DD0E089-FD1D-4D60-945C-74FD5E48F7A3}" destId="{A8CC20C9-8375-4959-B625-16F1CF697539}" srcOrd="1" destOrd="0" presId="urn:microsoft.com/office/officeart/2005/8/layout/hList9"/>
    <dgm:cxn modelId="{5C5A531F-1C87-4996-98C3-C5A3A8674190}" type="presOf" srcId="{78BFD150-8BFA-4D7F-B0D0-D368D0461499}" destId="{905244D4-48AB-44CD-8A68-89DF5545DC05}" srcOrd="0" destOrd="0" presId="urn:microsoft.com/office/officeart/2005/8/layout/hList9"/>
    <dgm:cxn modelId="{815A2C24-BB10-42B1-BB29-FA86D20A7E34}" srcId="{45742299-FD28-4B8C-9CD2-20AE88366872}" destId="{B329ACDD-4C79-4D48-81F0-0B7B9A3E34AF}" srcOrd="0" destOrd="0" parTransId="{4156E22D-D9CE-46EA-93CA-724201DD6EC5}" sibTransId="{9CEEC41C-8622-4137-A018-25B947DF72CA}"/>
    <dgm:cxn modelId="{FA2DD92B-5837-4B30-8F1F-06FFF68D3A66}" srcId="{03125666-AE80-4F79-B8DA-0E293E86416B}" destId="{0500277F-F428-492F-859A-656E9FC79772}" srcOrd="0" destOrd="0" parTransId="{E9F21715-314B-490E-BE37-6DFEF8794BEA}" sibTransId="{602E3875-DB62-44A2-A11B-BB9E7D52C081}"/>
    <dgm:cxn modelId="{9788FD2C-E453-4ABC-ACE9-98FED8814D9F}" srcId="{78BFD150-8BFA-4D7F-B0D0-D368D0461499}" destId="{02826174-56E7-43F0-958B-D9849BDDDA1E}" srcOrd="0" destOrd="0" parTransId="{08E6292F-21DC-4D5F-BA1B-F7E147036DF4}" sibTransId="{8BC14488-B8C0-4263-B3F5-D26024C33C82}"/>
    <dgm:cxn modelId="{FECEBD2E-81CD-44DB-A13D-578CFAA77C71}" srcId="{757D8B60-042D-4841-B98D-090ACF9AF35D}" destId="{45742299-FD28-4B8C-9CD2-20AE88366872}" srcOrd="0" destOrd="0" parTransId="{2073E5EB-625C-4DBA-8AF9-EAE95607589B}" sibTransId="{CAECA426-02B3-4FFD-B5CC-33E7F1583B66}"/>
    <dgm:cxn modelId="{87FA6D30-BEEA-4C68-B35D-C0A38FFD5398}" srcId="{757D8B60-042D-4841-B98D-090ACF9AF35D}" destId="{03125666-AE80-4F79-B8DA-0E293E86416B}" srcOrd="6" destOrd="0" parTransId="{AC4DAE4C-755B-40BB-B659-857B3AE380B3}" sibTransId="{E092C8B3-AAAF-4FAE-9585-57CB85F94FD4}"/>
    <dgm:cxn modelId="{99B3E53F-6112-4862-B918-8387E8BD101A}" srcId="{5C080495-FC26-493F-9504-EAAA9AEF49E2}" destId="{4DD0E089-FD1D-4D60-945C-74FD5E48F7A3}" srcOrd="0" destOrd="0" parTransId="{8FA30778-2846-4AFC-AD1A-2A708EAE0040}" sibTransId="{AD136EF0-5F67-4AD3-A5E6-F2BA9713E107}"/>
    <dgm:cxn modelId="{AC473D5F-8FC8-48C5-92E5-CF6C109DA6E3}" type="presOf" srcId="{4DD0E089-FD1D-4D60-945C-74FD5E48F7A3}" destId="{D40DA8C6-BFF6-4F09-8FEF-A0545B8E303B}" srcOrd="0" destOrd="0" presId="urn:microsoft.com/office/officeart/2005/8/layout/hList9"/>
    <dgm:cxn modelId="{546CE65F-DC51-471F-9D32-2E1C1F90DD5B}" srcId="{A3B4736F-A1CA-4F48-B343-EBDF379B06B3}" destId="{2D76602F-075F-4A9B-BE66-C41B4D1AC6FA}" srcOrd="0" destOrd="0" parTransId="{C45D5353-1876-4D4F-B85C-75BB6AC7B51A}" sibTransId="{666829DA-F37C-441B-8731-23A51DBCB55D}"/>
    <dgm:cxn modelId="{88F75648-E296-4832-AB19-336AF5842F99}" srcId="{757D8B60-042D-4841-B98D-090ACF9AF35D}" destId="{253F6FD3-9318-416F-BC19-62B2D12851A7}" srcOrd="2" destOrd="0" parTransId="{BAA86271-E128-495D-A73C-5194E5CD03B8}" sibTransId="{8A9BD749-44E8-45AA-AA9B-0B4A5A584D82}"/>
    <dgm:cxn modelId="{DA21BA4B-E50E-47A7-BEDE-5BBCE2BDF678}" type="presOf" srcId="{102C0E9C-B24C-4022-A141-BD1E1193A89C}" destId="{68C71EE6-C224-4579-B68F-2A2FBEEB611D}" srcOrd="0" destOrd="0" presId="urn:microsoft.com/office/officeart/2005/8/layout/hList9"/>
    <dgm:cxn modelId="{725F0A70-28B1-4A26-B394-32EED96B9188}" srcId="{102C0E9C-B24C-4022-A141-BD1E1193A89C}" destId="{24909813-ED25-4144-890B-B5F860668795}" srcOrd="0" destOrd="0" parTransId="{223F3E0A-5088-4E67-8A06-2E2D7854DA3F}" sibTransId="{EF6E4851-A76F-445F-8030-5EB0E44650E9}"/>
    <dgm:cxn modelId="{D70EAD72-8398-46C4-AC6F-CBA1FC952B05}" type="presOf" srcId="{0500277F-F428-492F-859A-656E9FC79772}" destId="{1E3E7ABE-8FFE-4832-B715-FB2C74FA88D9}" srcOrd="0" destOrd="0" presId="urn:microsoft.com/office/officeart/2005/8/layout/hList9"/>
    <dgm:cxn modelId="{591D1676-4F40-4A9D-A8D8-309DE38D1CC1}" srcId="{253F6FD3-9318-416F-BC19-62B2D12851A7}" destId="{D33E4429-9CC5-47DF-9CB0-D553B1C2FFEE}" srcOrd="0" destOrd="0" parTransId="{D21B0C06-F241-4D60-B38D-B2B8910EBE1B}" sibTransId="{DB1BC356-73AA-4694-AAAB-F247FC8E92B9}"/>
    <dgm:cxn modelId="{EFD41A77-ECF9-4532-928F-54809CAD92F3}" type="presOf" srcId="{02826174-56E7-43F0-958B-D9849BDDDA1E}" destId="{31B3F72A-D207-4E9C-9D86-B9EEF32D4BD7}" srcOrd="0" destOrd="0" presId="urn:microsoft.com/office/officeart/2005/8/layout/hList9"/>
    <dgm:cxn modelId="{D7714E78-E78D-4FA2-A4A4-3692EA6E4E56}" type="presOf" srcId="{24909813-ED25-4144-890B-B5F860668795}" destId="{8E7E2D68-8262-4262-8BD8-6EB51420A4D5}" srcOrd="0" destOrd="0" presId="urn:microsoft.com/office/officeart/2005/8/layout/hList9"/>
    <dgm:cxn modelId="{23DBBB7D-0267-46FA-A484-CB81E59A6F59}" type="presOf" srcId="{03125666-AE80-4F79-B8DA-0E293E86416B}" destId="{128B0B85-C415-4091-B680-29561190E358}" srcOrd="0" destOrd="0" presId="urn:microsoft.com/office/officeart/2005/8/layout/hList9"/>
    <dgm:cxn modelId="{0C6FB68B-0B9E-48E0-9B3A-4C748F786794}" srcId="{757D8B60-042D-4841-B98D-090ACF9AF35D}" destId="{78BFD150-8BFA-4D7F-B0D0-D368D0461499}" srcOrd="3" destOrd="0" parTransId="{91000CBF-BF2F-4B7A-8A91-45264A97B571}" sibTransId="{AEC7BE6D-E0DB-450A-B731-E1D2AB8022A4}"/>
    <dgm:cxn modelId="{3CF10E8C-D386-4623-B402-751DE94EDB20}" type="presOf" srcId="{D33E4429-9CC5-47DF-9CB0-D553B1C2FFEE}" destId="{FA382476-8C86-4D17-8E32-F55FAEA6C78C}" srcOrd="0" destOrd="0" presId="urn:microsoft.com/office/officeart/2005/8/layout/hList9"/>
    <dgm:cxn modelId="{92A55E91-52C7-467E-9EF9-C1C94E07A20F}" type="presOf" srcId="{2D76602F-075F-4A9B-BE66-C41B4D1AC6FA}" destId="{50BD7CB8-E0E1-4E7E-AE9E-FAA1AA8A8070}" srcOrd="1" destOrd="0" presId="urn:microsoft.com/office/officeart/2005/8/layout/hList9"/>
    <dgm:cxn modelId="{E0BFB69E-793D-45DA-A607-73E166F92712}" type="presOf" srcId="{D33E4429-9CC5-47DF-9CB0-D553B1C2FFEE}" destId="{04D1C14B-09D1-428F-AD9E-9F28B8CE544E}" srcOrd="1" destOrd="0" presId="urn:microsoft.com/office/officeart/2005/8/layout/hList9"/>
    <dgm:cxn modelId="{FDD2E8A2-7151-447C-AC2A-7AAE6461C43E}" type="presOf" srcId="{253F6FD3-9318-416F-BC19-62B2D12851A7}" destId="{EF581826-0E3C-41C4-B459-F54164E93E1F}" srcOrd="0" destOrd="0" presId="urn:microsoft.com/office/officeart/2005/8/layout/hList9"/>
    <dgm:cxn modelId="{AE5E84A3-51DE-4B79-B3EE-090A4993AE4D}" type="presOf" srcId="{5C080495-FC26-493F-9504-EAAA9AEF49E2}" destId="{C0709943-E74A-4395-960A-C09B37F0218D}" srcOrd="0" destOrd="0" presId="urn:microsoft.com/office/officeart/2005/8/layout/hList9"/>
    <dgm:cxn modelId="{BF767DA8-B56A-4B73-A650-3D859C20C1C8}" type="presOf" srcId="{45742299-FD28-4B8C-9CD2-20AE88366872}" destId="{99E508C5-C836-4435-B411-22E30558C674}" srcOrd="0" destOrd="0" presId="urn:microsoft.com/office/officeart/2005/8/layout/hList9"/>
    <dgm:cxn modelId="{A047CEB9-09A6-42D7-A342-B8B03C0D65C6}" type="presOf" srcId="{02826174-56E7-43F0-958B-D9849BDDDA1E}" destId="{E407403D-EE8B-4D08-8BB1-90B44E4B8A2F}" srcOrd="1" destOrd="0" presId="urn:microsoft.com/office/officeart/2005/8/layout/hList9"/>
    <dgm:cxn modelId="{59A585CA-9C58-4EE9-A245-4F670759AB0C}" type="presOf" srcId="{A3B4736F-A1CA-4F48-B343-EBDF379B06B3}" destId="{AEA01D27-C6A4-48C4-9838-5143ECCB300D}" srcOrd="0" destOrd="0" presId="urn:microsoft.com/office/officeart/2005/8/layout/hList9"/>
    <dgm:cxn modelId="{1F115BCB-7FB3-415F-B67F-1A44272EC1F4}" type="presOf" srcId="{0500277F-F428-492F-859A-656E9FC79772}" destId="{5B861E52-60A9-4283-9B5E-43B59E0C7A75}" srcOrd="1" destOrd="0" presId="urn:microsoft.com/office/officeart/2005/8/layout/hList9"/>
    <dgm:cxn modelId="{1A1101DC-06F1-4504-B5BD-98F6B59E42C4}" type="presOf" srcId="{24909813-ED25-4144-890B-B5F860668795}" destId="{D2088C1A-211D-4BFA-8F3C-E5261327401E}" srcOrd="1" destOrd="0" presId="urn:microsoft.com/office/officeart/2005/8/layout/hList9"/>
    <dgm:cxn modelId="{1825F4EB-A2AE-4782-AE72-73CB5C192769}" srcId="{757D8B60-042D-4841-B98D-090ACF9AF35D}" destId="{102C0E9C-B24C-4022-A141-BD1E1193A89C}" srcOrd="5" destOrd="0" parTransId="{5FF12C45-D3AA-4A2C-9E9A-206D28648D30}" sibTransId="{3F6E0DBF-B160-4F7B-B059-E24A969EEF05}"/>
    <dgm:cxn modelId="{421FA8F6-839B-42AB-91EE-BC8DE96DCFA5}" type="presOf" srcId="{2D76602F-075F-4A9B-BE66-C41B4D1AC6FA}" destId="{AAE25444-4638-48A7-93B6-4983BADC5867}" srcOrd="0" destOrd="0" presId="urn:microsoft.com/office/officeart/2005/8/layout/hList9"/>
    <dgm:cxn modelId="{25AAD2FD-77A0-40D6-884E-549F43A93DE4}" type="presOf" srcId="{B329ACDD-4C79-4D48-81F0-0B7B9A3E34AF}" destId="{8848803C-FB7D-4929-B866-CF284427E30D}" srcOrd="1" destOrd="0" presId="urn:microsoft.com/office/officeart/2005/8/layout/hList9"/>
    <dgm:cxn modelId="{CA49DA77-5118-435E-A931-6B6C327C9AE6}" type="presParOf" srcId="{29873824-437C-4FFA-9EF1-22B81BF2D982}" destId="{54603DF9-6B52-4E30-AA84-98E57060E988}" srcOrd="0" destOrd="0" presId="urn:microsoft.com/office/officeart/2005/8/layout/hList9"/>
    <dgm:cxn modelId="{563C410A-320A-4944-8F8F-8211246D5F44}" type="presParOf" srcId="{29873824-437C-4FFA-9EF1-22B81BF2D982}" destId="{604474C7-C5C6-4581-94C0-6C50C4FA2F02}" srcOrd="1" destOrd="0" presId="urn:microsoft.com/office/officeart/2005/8/layout/hList9"/>
    <dgm:cxn modelId="{B75676C2-3D5F-473E-8953-55A2E45F7CA2}" type="presParOf" srcId="{604474C7-C5C6-4581-94C0-6C50C4FA2F02}" destId="{E5802F49-24AE-4E90-BD49-7104B2FE2C6A}" srcOrd="0" destOrd="0" presId="urn:microsoft.com/office/officeart/2005/8/layout/hList9"/>
    <dgm:cxn modelId="{EE34CF5C-F8E3-4997-891C-EFF933ED519E}" type="presParOf" srcId="{604474C7-C5C6-4581-94C0-6C50C4FA2F02}" destId="{5F6E0621-E2AF-42EF-8003-0D533C437DC8}" srcOrd="1" destOrd="0" presId="urn:microsoft.com/office/officeart/2005/8/layout/hList9"/>
    <dgm:cxn modelId="{DBFDA7CA-BC85-4209-9E42-9DCD6DEF134D}" type="presParOf" srcId="{5F6E0621-E2AF-42EF-8003-0D533C437DC8}" destId="{21E8B449-17FD-4DCC-A569-AA738D56810B}" srcOrd="0" destOrd="0" presId="urn:microsoft.com/office/officeart/2005/8/layout/hList9"/>
    <dgm:cxn modelId="{0630A995-0924-4D76-8AF5-64F43F9615FE}" type="presParOf" srcId="{5F6E0621-E2AF-42EF-8003-0D533C437DC8}" destId="{8848803C-FB7D-4929-B866-CF284427E30D}" srcOrd="1" destOrd="0" presId="urn:microsoft.com/office/officeart/2005/8/layout/hList9"/>
    <dgm:cxn modelId="{23312FC3-0CED-4E29-AEE1-FB863A04197D}" type="presParOf" srcId="{29873824-437C-4FFA-9EF1-22B81BF2D982}" destId="{FF36A2AA-6468-4A81-83E1-847AC22A28D8}" srcOrd="2" destOrd="0" presId="urn:microsoft.com/office/officeart/2005/8/layout/hList9"/>
    <dgm:cxn modelId="{12E5999B-714B-4CC1-8695-30740D7E1332}" type="presParOf" srcId="{29873824-437C-4FFA-9EF1-22B81BF2D982}" destId="{99E508C5-C836-4435-B411-22E30558C674}" srcOrd="3" destOrd="0" presId="urn:microsoft.com/office/officeart/2005/8/layout/hList9"/>
    <dgm:cxn modelId="{2D3002B5-DE29-464C-9DE5-E632A31D3920}" type="presParOf" srcId="{29873824-437C-4FFA-9EF1-22B81BF2D982}" destId="{C2CF8AC4-2B10-47AB-8863-6CE4990BB837}" srcOrd="4" destOrd="0" presId="urn:microsoft.com/office/officeart/2005/8/layout/hList9"/>
    <dgm:cxn modelId="{883794E5-85D1-4135-B7C4-5710113AF955}" type="presParOf" srcId="{29873824-437C-4FFA-9EF1-22B81BF2D982}" destId="{78F0D25C-1698-495F-86C2-FB07B6910828}" srcOrd="5" destOrd="0" presId="urn:microsoft.com/office/officeart/2005/8/layout/hList9"/>
    <dgm:cxn modelId="{A815567D-87EC-4510-B970-ED1C8CB8BDEC}" type="presParOf" srcId="{29873824-437C-4FFA-9EF1-22B81BF2D982}" destId="{5C2C2133-87CE-4E03-ADF8-DC6EEF0456D2}" srcOrd="6" destOrd="0" presId="urn:microsoft.com/office/officeart/2005/8/layout/hList9"/>
    <dgm:cxn modelId="{EEB11388-FF77-4811-95EB-2A800F4C8EA1}" type="presParOf" srcId="{5C2C2133-87CE-4E03-ADF8-DC6EEF0456D2}" destId="{0F997547-0DB7-4586-BC64-51DCF1B85B3E}" srcOrd="0" destOrd="0" presId="urn:microsoft.com/office/officeart/2005/8/layout/hList9"/>
    <dgm:cxn modelId="{839F3DE3-421C-4351-99AA-A63A8C0E377A}" type="presParOf" srcId="{5C2C2133-87CE-4E03-ADF8-DC6EEF0456D2}" destId="{60451786-1FF7-441D-8628-A684EE6A70FB}" srcOrd="1" destOrd="0" presId="urn:microsoft.com/office/officeart/2005/8/layout/hList9"/>
    <dgm:cxn modelId="{17294BE2-F042-41D7-A77B-739DD76DEE95}" type="presParOf" srcId="{60451786-1FF7-441D-8628-A684EE6A70FB}" destId="{AAE25444-4638-48A7-93B6-4983BADC5867}" srcOrd="0" destOrd="0" presId="urn:microsoft.com/office/officeart/2005/8/layout/hList9"/>
    <dgm:cxn modelId="{37AB5CC2-D469-4F1E-BD5D-E021C210AAFE}" type="presParOf" srcId="{60451786-1FF7-441D-8628-A684EE6A70FB}" destId="{50BD7CB8-E0E1-4E7E-AE9E-FAA1AA8A8070}" srcOrd="1" destOrd="0" presId="urn:microsoft.com/office/officeart/2005/8/layout/hList9"/>
    <dgm:cxn modelId="{EEF69AD0-CF73-4C94-9943-EF31B8B14F38}" type="presParOf" srcId="{29873824-437C-4FFA-9EF1-22B81BF2D982}" destId="{9AD0F12D-7F8B-4471-8A59-A003D130D269}" srcOrd="7" destOrd="0" presId="urn:microsoft.com/office/officeart/2005/8/layout/hList9"/>
    <dgm:cxn modelId="{31F986D8-89C3-491A-BF54-03AE1170042B}" type="presParOf" srcId="{29873824-437C-4FFA-9EF1-22B81BF2D982}" destId="{AEA01D27-C6A4-48C4-9838-5143ECCB300D}" srcOrd="8" destOrd="0" presId="urn:microsoft.com/office/officeart/2005/8/layout/hList9"/>
    <dgm:cxn modelId="{1B65E268-64F8-4B44-80D1-E680F2E56A89}" type="presParOf" srcId="{29873824-437C-4FFA-9EF1-22B81BF2D982}" destId="{67EDD0F8-6A68-4D28-BC9D-C2DE0F735167}" srcOrd="9" destOrd="0" presId="urn:microsoft.com/office/officeart/2005/8/layout/hList9"/>
    <dgm:cxn modelId="{0448A446-19B1-45AA-B4DE-990A45CC18D7}" type="presParOf" srcId="{29873824-437C-4FFA-9EF1-22B81BF2D982}" destId="{EE736179-3991-4B43-88C5-C7E25CBBBE86}" srcOrd="10" destOrd="0" presId="urn:microsoft.com/office/officeart/2005/8/layout/hList9"/>
    <dgm:cxn modelId="{FD77736C-F3DF-482F-99BB-6A1C8C3D2F3C}" type="presParOf" srcId="{29873824-437C-4FFA-9EF1-22B81BF2D982}" destId="{E9A75337-B127-49D9-AF13-822F1450EA9A}" srcOrd="11" destOrd="0" presId="urn:microsoft.com/office/officeart/2005/8/layout/hList9"/>
    <dgm:cxn modelId="{E30B3B5A-056C-4700-91D8-277A4BD14A1D}" type="presParOf" srcId="{E9A75337-B127-49D9-AF13-822F1450EA9A}" destId="{F0CA180C-192D-4ED3-B4D6-94E24900B9E9}" srcOrd="0" destOrd="0" presId="urn:microsoft.com/office/officeart/2005/8/layout/hList9"/>
    <dgm:cxn modelId="{CA113A69-64F5-4685-B344-D25AD6B3B066}" type="presParOf" srcId="{E9A75337-B127-49D9-AF13-822F1450EA9A}" destId="{B1E055C6-9976-491B-BEB7-A2261CFCFBBE}" srcOrd="1" destOrd="0" presId="urn:microsoft.com/office/officeart/2005/8/layout/hList9"/>
    <dgm:cxn modelId="{C8EE7D6E-0C6A-4A1F-83B4-0ACAEAB9B650}" type="presParOf" srcId="{B1E055C6-9976-491B-BEB7-A2261CFCFBBE}" destId="{FA382476-8C86-4D17-8E32-F55FAEA6C78C}" srcOrd="0" destOrd="0" presId="urn:microsoft.com/office/officeart/2005/8/layout/hList9"/>
    <dgm:cxn modelId="{D705F6FD-2A13-41E3-AA7C-A29F6EE00E62}" type="presParOf" srcId="{B1E055C6-9976-491B-BEB7-A2261CFCFBBE}" destId="{04D1C14B-09D1-428F-AD9E-9F28B8CE544E}" srcOrd="1" destOrd="0" presId="urn:microsoft.com/office/officeart/2005/8/layout/hList9"/>
    <dgm:cxn modelId="{A5CFEF89-6671-494A-B812-1E30A10B3210}" type="presParOf" srcId="{29873824-437C-4FFA-9EF1-22B81BF2D982}" destId="{E8B40826-5FDD-4631-BDF0-3F32AFC72420}" srcOrd="12" destOrd="0" presId="urn:microsoft.com/office/officeart/2005/8/layout/hList9"/>
    <dgm:cxn modelId="{F6E5DDD8-DB6D-4F77-8B18-A8E98C3854BF}" type="presParOf" srcId="{29873824-437C-4FFA-9EF1-22B81BF2D982}" destId="{EF581826-0E3C-41C4-B459-F54164E93E1F}" srcOrd="13" destOrd="0" presId="urn:microsoft.com/office/officeart/2005/8/layout/hList9"/>
    <dgm:cxn modelId="{481DA551-530B-4644-8013-0A68A2090F51}" type="presParOf" srcId="{29873824-437C-4FFA-9EF1-22B81BF2D982}" destId="{22ED5597-2511-481C-9C03-4A1C45705838}" srcOrd="14" destOrd="0" presId="urn:microsoft.com/office/officeart/2005/8/layout/hList9"/>
    <dgm:cxn modelId="{214B6308-BB8B-4028-A533-11351FB7426B}" type="presParOf" srcId="{29873824-437C-4FFA-9EF1-22B81BF2D982}" destId="{5EF5667D-D0A5-4D8D-8E9B-3E18475DD2F8}" srcOrd="15" destOrd="0" presId="urn:microsoft.com/office/officeart/2005/8/layout/hList9"/>
    <dgm:cxn modelId="{7BC6F9A6-340A-422B-A028-71D3399A6CC0}" type="presParOf" srcId="{29873824-437C-4FFA-9EF1-22B81BF2D982}" destId="{F6E2F04E-8521-4B8F-BFA3-FAE72E347B7F}" srcOrd="16" destOrd="0" presId="urn:microsoft.com/office/officeart/2005/8/layout/hList9"/>
    <dgm:cxn modelId="{DF738E18-62FC-4553-86BB-E58598517275}" type="presParOf" srcId="{F6E2F04E-8521-4B8F-BFA3-FAE72E347B7F}" destId="{7292A256-DB65-4F63-9BEF-707D71311D3E}" srcOrd="0" destOrd="0" presId="urn:microsoft.com/office/officeart/2005/8/layout/hList9"/>
    <dgm:cxn modelId="{0685443C-0725-45AF-ADAC-6BF54BC06E68}" type="presParOf" srcId="{F6E2F04E-8521-4B8F-BFA3-FAE72E347B7F}" destId="{CD35B11C-F7B8-45A3-B007-588316517F90}" srcOrd="1" destOrd="0" presId="urn:microsoft.com/office/officeart/2005/8/layout/hList9"/>
    <dgm:cxn modelId="{A9D214D3-50C2-41F5-8FE8-228CBFC029FE}" type="presParOf" srcId="{CD35B11C-F7B8-45A3-B007-588316517F90}" destId="{31B3F72A-D207-4E9C-9D86-B9EEF32D4BD7}" srcOrd="0" destOrd="0" presId="urn:microsoft.com/office/officeart/2005/8/layout/hList9"/>
    <dgm:cxn modelId="{5E396F47-FB4E-46E1-AE4E-82712B095DF5}" type="presParOf" srcId="{CD35B11C-F7B8-45A3-B007-588316517F90}" destId="{E407403D-EE8B-4D08-8BB1-90B44E4B8A2F}" srcOrd="1" destOrd="0" presId="urn:microsoft.com/office/officeart/2005/8/layout/hList9"/>
    <dgm:cxn modelId="{BEB1FA4C-914B-4391-8A80-352B7C453B39}" type="presParOf" srcId="{29873824-437C-4FFA-9EF1-22B81BF2D982}" destId="{3304A265-3E98-4124-B220-5510648F9577}" srcOrd="17" destOrd="0" presId="urn:microsoft.com/office/officeart/2005/8/layout/hList9"/>
    <dgm:cxn modelId="{1518BC4D-0529-4BEF-8B77-13399DFDB031}" type="presParOf" srcId="{29873824-437C-4FFA-9EF1-22B81BF2D982}" destId="{905244D4-48AB-44CD-8A68-89DF5545DC05}" srcOrd="18" destOrd="0" presId="urn:microsoft.com/office/officeart/2005/8/layout/hList9"/>
    <dgm:cxn modelId="{E826E68D-2556-42FD-9285-94EB7694C300}" type="presParOf" srcId="{29873824-437C-4FFA-9EF1-22B81BF2D982}" destId="{95719A3A-FDD2-4045-9886-C98CD6CE30ED}" srcOrd="19" destOrd="0" presId="urn:microsoft.com/office/officeart/2005/8/layout/hList9"/>
    <dgm:cxn modelId="{A1278585-7756-4709-AE7E-EB0086595D90}" type="presParOf" srcId="{29873824-437C-4FFA-9EF1-22B81BF2D982}" destId="{8F272654-1CD6-46B0-891E-DB94C2B3EC0C}" srcOrd="20" destOrd="0" presId="urn:microsoft.com/office/officeart/2005/8/layout/hList9"/>
    <dgm:cxn modelId="{90082FB8-77DC-4036-8835-10969D7EF0F3}" type="presParOf" srcId="{29873824-437C-4FFA-9EF1-22B81BF2D982}" destId="{900463A2-6366-4404-B628-D26E18DFE12D}" srcOrd="21" destOrd="0" presId="urn:microsoft.com/office/officeart/2005/8/layout/hList9"/>
    <dgm:cxn modelId="{DE041555-5256-496B-BA77-4E52299A7A91}" type="presParOf" srcId="{900463A2-6366-4404-B628-D26E18DFE12D}" destId="{EBDAAECD-DA75-4A31-9835-88536C07E4ED}" srcOrd="0" destOrd="0" presId="urn:microsoft.com/office/officeart/2005/8/layout/hList9"/>
    <dgm:cxn modelId="{907C937D-40A0-499E-8C30-4D7A98339EF1}" type="presParOf" srcId="{900463A2-6366-4404-B628-D26E18DFE12D}" destId="{FF9B3719-B3EF-4C35-B151-097D0B3E00E1}" srcOrd="1" destOrd="0" presId="urn:microsoft.com/office/officeart/2005/8/layout/hList9"/>
    <dgm:cxn modelId="{BAFD125B-9075-4CFB-8A5A-6FC7F77B0E7E}" type="presParOf" srcId="{FF9B3719-B3EF-4C35-B151-097D0B3E00E1}" destId="{D40DA8C6-BFF6-4F09-8FEF-A0545B8E303B}" srcOrd="0" destOrd="0" presId="urn:microsoft.com/office/officeart/2005/8/layout/hList9"/>
    <dgm:cxn modelId="{B2C58DCC-FBD4-40A5-B6D3-93A4C668CA7E}" type="presParOf" srcId="{FF9B3719-B3EF-4C35-B151-097D0B3E00E1}" destId="{A8CC20C9-8375-4959-B625-16F1CF697539}" srcOrd="1" destOrd="0" presId="urn:microsoft.com/office/officeart/2005/8/layout/hList9"/>
    <dgm:cxn modelId="{ADCA75DB-6168-4934-8E08-D14DD62996CC}" type="presParOf" srcId="{29873824-437C-4FFA-9EF1-22B81BF2D982}" destId="{B06A9650-ED12-44C7-AABE-ADC9E820CEBF}" srcOrd="22" destOrd="0" presId="urn:microsoft.com/office/officeart/2005/8/layout/hList9"/>
    <dgm:cxn modelId="{84B4B223-E687-44BE-92F1-46B28034C101}" type="presParOf" srcId="{29873824-437C-4FFA-9EF1-22B81BF2D982}" destId="{C0709943-E74A-4395-960A-C09B37F0218D}" srcOrd="23" destOrd="0" presId="urn:microsoft.com/office/officeart/2005/8/layout/hList9"/>
    <dgm:cxn modelId="{5B0280B5-B53B-47F9-B3AF-AA4F144625B9}" type="presParOf" srcId="{29873824-437C-4FFA-9EF1-22B81BF2D982}" destId="{0C7AD29F-B691-49C4-A884-641F61694EEB}" srcOrd="24" destOrd="0" presId="urn:microsoft.com/office/officeart/2005/8/layout/hList9"/>
    <dgm:cxn modelId="{97A14307-6936-49ED-B83A-FAC704A2EAC4}" type="presParOf" srcId="{29873824-437C-4FFA-9EF1-22B81BF2D982}" destId="{942BEDE9-495F-48AF-90C0-7683C061C283}" srcOrd="25" destOrd="0" presId="urn:microsoft.com/office/officeart/2005/8/layout/hList9"/>
    <dgm:cxn modelId="{7D4774DB-E473-43F7-8F51-804DAE3E5698}" type="presParOf" srcId="{29873824-437C-4FFA-9EF1-22B81BF2D982}" destId="{93B23C18-5559-48D4-8726-C33B8017956E}" srcOrd="26" destOrd="0" presId="urn:microsoft.com/office/officeart/2005/8/layout/hList9"/>
    <dgm:cxn modelId="{6AE25371-98D8-4480-B934-6B224B0C1ECA}" type="presParOf" srcId="{93B23C18-5559-48D4-8726-C33B8017956E}" destId="{5340517A-31C2-47BA-91C7-DD8EB74B5BEC}" srcOrd="0" destOrd="0" presId="urn:microsoft.com/office/officeart/2005/8/layout/hList9"/>
    <dgm:cxn modelId="{4A78AB0D-F4CD-4EA8-8DFE-CDC9DA0241A9}" type="presParOf" srcId="{93B23C18-5559-48D4-8726-C33B8017956E}" destId="{8A4D26EE-8778-4389-A5DA-11BD3C831BF2}" srcOrd="1" destOrd="0" presId="urn:microsoft.com/office/officeart/2005/8/layout/hList9"/>
    <dgm:cxn modelId="{8566968A-2A40-4229-980B-2674F5E0745D}" type="presParOf" srcId="{8A4D26EE-8778-4389-A5DA-11BD3C831BF2}" destId="{8E7E2D68-8262-4262-8BD8-6EB51420A4D5}" srcOrd="0" destOrd="0" presId="urn:microsoft.com/office/officeart/2005/8/layout/hList9"/>
    <dgm:cxn modelId="{674A164F-50DF-4D9A-8ACD-57C7AB743B32}" type="presParOf" srcId="{8A4D26EE-8778-4389-A5DA-11BD3C831BF2}" destId="{D2088C1A-211D-4BFA-8F3C-E5261327401E}" srcOrd="1" destOrd="0" presId="urn:microsoft.com/office/officeart/2005/8/layout/hList9"/>
    <dgm:cxn modelId="{D8EF330E-F57C-4206-90AB-8172FD4D2949}" type="presParOf" srcId="{29873824-437C-4FFA-9EF1-22B81BF2D982}" destId="{A89ED44C-2A02-4AC3-B2DC-7A38F0C9B307}" srcOrd="27" destOrd="0" presId="urn:microsoft.com/office/officeart/2005/8/layout/hList9"/>
    <dgm:cxn modelId="{93148338-A206-488F-BCEA-28E4F3075D79}" type="presParOf" srcId="{29873824-437C-4FFA-9EF1-22B81BF2D982}" destId="{68C71EE6-C224-4579-B68F-2A2FBEEB611D}" srcOrd="28" destOrd="0" presId="urn:microsoft.com/office/officeart/2005/8/layout/hList9"/>
    <dgm:cxn modelId="{4B5E0BE6-A906-4A06-ADD8-FBC689E95ACB}" type="presParOf" srcId="{29873824-437C-4FFA-9EF1-22B81BF2D982}" destId="{0D6DD197-201E-41B1-BDA4-F6EEBC05CCEA}" srcOrd="29" destOrd="0" presId="urn:microsoft.com/office/officeart/2005/8/layout/hList9"/>
    <dgm:cxn modelId="{F4A1FAF0-DBA6-4C7B-8E45-062B3A42C113}" type="presParOf" srcId="{29873824-437C-4FFA-9EF1-22B81BF2D982}" destId="{F9F7AC3A-8E77-4FE0-9F52-298243E50048}" srcOrd="30" destOrd="0" presId="urn:microsoft.com/office/officeart/2005/8/layout/hList9"/>
    <dgm:cxn modelId="{9A201123-297C-4835-A01C-BEC07D3C6C40}" type="presParOf" srcId="{29873824-437C-4FFA-9EF1-22B81BF2D982}" destId="{8232BBF5-ED30-4256-93E3-AB3F51BDBFFB}" srcOrd="31" destOrd="0" presId="urn:microsoft.com/office/officeart/2005/8/layout/hList9"/>
    <dgm:cxn modelId="{4CC0D9E6-B3BD-463C-A7F2-E73C0B94E784}" type="presParOf" srcId="{8232BBF5-ED30-4256-93E3-AB3F51BDBFFB}" destId="{B1A1FA2A-5A5C-41C3-81B8-E027898B6E2A}" srcOrd="0" destOrd="0" presId="urn:microsoft.com/office/officeart/2005/8/layout/hList9"/>
    <dgm:cxn modelId="{2CB97132-0DF7-493E-BCC0-D1CBAB0C8BD7}" type="presParOf" srcId="{8232BBF5-ED30-4256-93E3-AB3F51BDBFFB}" destId="{FF80DDC3-B2E2-48D3-957C-8A0317A05863}" srcOrd="1" destOrd="0" presId="urn:microsoft.com/office/officeart/2005/8/layout/hList9"/>
    <dgm:cxn modelId="{6320D544-1C8B-48B1-BDA4-70C3BD1324D5}" type="presParOf" srcId="{FF80DDC3-B2E2-48D3-957C-8A0317A05863}" destId="{1E3E7ABE-8FFE-4832-B715-FB2C74FA88D9}" srcOrd="0" destOrd="0" presId="urn:microsoft.com/office/officeart/2005/8/layout/hList9"/>
    <dgm:cxn modelId="{EA945B9C-AC7D-47CF-BEC2-1502FD70961C}" type="presParOf" srcId="{FF80DDC3-B2E2-48D3-957C-8A0317A05863}" destId="{5B861E52-60A9-4283-9B5E-43B59E0C7A75}" srcOrd="1" destOrd="0" presId="urn:microsoft.com/office/officeart/2005/8/layout/hList9"/>
    <dgm:cxn modelId="{CD0080DF-7C11-4938-965D-03A641270E2D}" type="presParOf" srcId="{29873824-437C-4FFA-9EF1-22B81BF2D982}" destId="{23E25CF7-B70F-4C7F-B01C-C7348735E5ED}" srcOrd="32" destOrd="0" presId="urn:microsoft.com/office/officeart/2005/8/layout/hList9"/>
    <dgm:cxn modelId="{E5FE7ECC-48C2-4284-90A7-15D06F03CD5D}" type="presParOf" srcId="{29873824-437C-4FFA-9EF1-22B81BF2D982}" destId="{128B0B85-C415-4091-B680-29561190E358}" srcOrd="33" destOrd="0" presId="urn:microsoft.com/office/officeart/2005/8/layout/hList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3B7269-524F-4FF4-AF52-4DD07ED74AB7}">
      <dsp:nvSpPr>
        <dsp:cNvPr id="0" name=""/>
        <dsp:cNvSpPr/>
      </dsp:nvSpPr>
      <dsp:spPr>
        <a:xfrm>
          <a:off x="-3750392" y="-576106"/>
          <a:ext cx="4470272" cy="4470272"/>
        </a:xfrm>
        <a:prstGeom prst="blockArc">
          <a:avLst>
            <a:gd name="adj1" fmla="val 18900000"/>
            <a:gd name="adj2" fmla="val 2700000"/>
            <a:gd name="adj3" fmla="val 483"/>
          </a:avLst>
        </a:pr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2EF8B35-2351-4976-8583-3F823F8D68EE}">
      <dsp:nvSpPr>
        <dsp:cNvPr id="0" name=""/>
        <dsp:cNvSpPr/>
      </dsp:nvSpPr>
      <dsp:spPr>
        <a:xfrm>
          <a:off x="269487" y="174729"/>
          <a:ext cx="4042493" cy="349325"/>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7277" tIns="40640" rIns="40640" bIns="40640" numCol="1" spcCol="1270" anchor="ctr" anchorCtr="0">
          <a:noAutofit/>
        </a:bodyPr>
        <a:lstStyle/>
        <a:p>
          <a:pPr marL="0" lvl="0" indent="0" algn="l" defTabSz="711200">
            <a:lnSpc>
              <a:spcPct val="90000"/>
            </a:lnSpc>
            <a:spcBef>
              <a:spcPct val="0"/>
            </a:spcBef>
            <a:spcAft>
              <a:spcPct val="35000"/>
            </a:spcAft>
            <a:buNone/>
          </a:pPr>
          <a:r>
            <a:rPr lang="zh-CN" altLang="en-US" sz="1600" kern="1200" dirty="0">
              <a:solidFill>
                <a:schemeClr val="bg2">
                  <a:lumMod val="50000"/>
                </a:schemeClr>
              </a:solidFill>
            </a:rPr>
            <a:t>为什么要检验？ </a:t>
          </a:r>
        </a:p>
      </dsp:txBody>
      <dsp:txXfrm>
        <a:off x="269487" y="174729"/>
        <a:ext cx="4042493" cy="349325"/>
      </dsp:txXfrm>
    </dsp:sp>
    <dsp:sp modelId="{1EFA8C3B-6293-4E4D-96ED-056F6D3B2F7E}">
      <dsp:nvSpPr>
        <dsp:cNvPr id="0" name=""/>
        <dsp:cNvSpPr/>
      </dsp:nvSpPr>
      <dsp:spPr>
        <a:xfrm>
          <a:off x="51159" y="131063"/>
          <a:ext cx="436656" cy="436656"/>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4669454-AFA5-468D-85DC-83D6D16CB228}">
      <dsp:nvSpPr>
        <dsp:cNvPr id="0" name=""/>
        <dsp:cNvSpPr/>
      </dsp:nvSpPr>
      <dsp:spPr>
        <a:xfrm>
          <a:off x="556831" y="698650"/>
          <a:ext cx="3755149" cy="349325"/>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7277" tIns="40640" rIns="40640" bIns="40640" numCol="1" spcCol="1270" anchor="ctr" anchorCtr="0">
          <a:noAutofit/>
        </a:bodyPr>
        <a:lstStyle/>
        <a:p>
          <a:pPr marL="0" lvl="0" indent="0" algn="l" defTabSz="711200">
            <a:lnSpc>
              <a:spcPct val="90000"/>
            </a:lnSpc>
            <a:spcBef>
              <a:spcPct val="0"/>
            </a:spcBef>
            <a:spcAft>
              <a:spcPct val="35000"/>
            </a:spcAft>
            <a:buNone/>
          </a:pPr>
          <a:r>
            <a:rPr lang="zh-CN" altLang="en-US" sz="1600" kern="1200" dirty="0">
              <a:solidFill>
                <a:schemeClr val="bg2">
                  <a:lumMod val="50000"/>
                </a:schemeClr>
              </a:solidFill>
            </a:rPr>
            <a:t>哪些情况判为参数失效？ </a:t>
          </a:r>
        </a:p>
      </dsp:txBody>
      <dsp:txXfrm>
        <a:off x="556831" y="698650"/>
        <a:ext cx="3755149" cy="349325"/>
      </dsp:txXfrm>
    </dsp:sp>
    <dsp:sp modelId="{8653B433-D700-4D65-8D25-72EEAB8C4AB5}">
      <dsp:nvSpPr>
        <dsp:cNvPr id="0" name=""/>
        <dsp:cNvSpPr/>
      </dsp:nvSpPr>
      <dsp:spPr>
        <a:xfrm>
          <a:off x="338503" y="654985"/>
          <a:ext cx="436656" cy="436656"/>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F0419A9-5FFE-429D-81DA-0E6F69FD3C96}">
      <dsp:nvSpPr>
        <dsp:cNvPr id="0" name=""/>
        <dsp:cNvSpPr/>
      </dsp:nvSpPr>
      <dsp:spPr>
        <a:xfrm>
          <a:off x="688226" y="1222572"/>
          <a:ext cx="3623754" cy="349325"/>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7277" tIns="40640" rIns="40640" bIns="40640" numCol="1" spcCol="1270" anchor="ctr" anchorCtr="0">
          <a:noAutofit/>
        </a:bodyPr>
        <a:lstStyle/>
        <a:p>
          <a:pPr marL="0" lvl="0" indent="0" algn="l" defTabSz="711200">
            <a:lnSpc>
              <a:spcPct val="90000"/>
            </a:lnSpc>
            <a:spcBef>
              <a:spcPct val="0"/>
            </a:spcBef>
            <a:spcAft>
              <a:spcPct val="35000"/>
            </a:spcAft>
            <a:buNone/>
          </a:pPr>
          <a:r>
            <a:rPr lang="zh-CN" altLang="en-US" sz="1600" kern="1200" dirty="0">
              <a:solidFill>
                <a:schemeClr val="bg2">
                  <a:lumMod val="50000"/>
                </a:schemeClr>
              </a:solidFill>
            </a:rPr>
            <a:t>有哪些参数需要检验？ </a:t>
          </a:r>
        </a:p>
      </dsp:txBody>
      <dsp:txXfrm>
        <a:off x="688226" y="1222572"/>
        <a:ext cx="3623754" cy="349325"/>
      </dsp:txXfrm>
    </dsp:sp>
    <dsp:sp modelId="{D9FF7365-B51C-4273-AF32-31EF9FB3A72A}">
      <dsp:nvSpPr>
        <dsp:cNvPr id="0" name=""/>
        <dsp:cNvSpPr/>
      </dsp:nvSpPr>
      <dsp:spPr>
        <a:xfrm>
          <a:off x="469898" y="1178906"/>
          <a:ext cx="436656" cy="436656"/>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A14A051-F636-45A3-A43B-DA966BD8326F}">
      <dsp:nvSpPr>
        <dsp:cNvPr id="0" name=""/>
        <dsp:cNvSpPr/>
      </dsp:nvSpPr>
      <dsp:spPr>
        <a:xfrm>
          <a:off x="688226" y="1746162"/>
          <a:ext cx="3623754" cy="349325"/>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7277" tIns="40640" rIns="40640" bIns="40640" numCol="1" spcCol="1270" anchor="ctr" anchorCtr="0">
          <a:noAutofit/>
        </a:bodyPr>
        <a:lstStyle/>
        <a:p>
          <a:pPr marL="0" lvl="0" indent="0" algn="l" defTabSz="711200">
            <a:lnSpc>
              <a:spcPct val="90000"/>
            </a:lnSpc>
            <a:spcBef>
              <a:spcPct val="0"/>
            </a:spcBef>
            <a:spcAft>
              <a:spcPct val="35000"/>
            </a:spcAft>
            <a:buNone/>
          </a:pPr>
          <a:r>
            <a:rPr lang="zh-CN" altLang="en-US" sz="1600" kern="1200" dirty="0">
              <a:solidFill>
                <a:schemeClr val="bg2">
                  <a:lumMod val="50000"/>
                </a:schemeClr>
              </a:solidFill>
            </a:rPr>
            <a:t>怎么检测？ </a:t>
          </a:r>
        </a:p>
      </dsp:txBody>
      <dsp:txXfrm>
        <a:off x="688226" y="1746162"/>
        <a:ext cx="3623754" cy="349325"/>
      </dsp:txXfrm>
    </dsp:sp>
    <dsp:sp modelId="{AA2CD361-BCE4-4214-8BD1-949158D251BE}">
      <dsp:nvSpPr>
        <dsp:cNvPr id="0" name=""/>
        <dsp:cNvSpPr/>
      </dsp:nvSpPr>
      <dsp:spPr>
        <a:xfrm>
          <a:off x="469898" y="1702496"/>
          <a:ext cx="436656" cy="436656"/>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9B55AD8-C87F-4AF6-8F00-F8F7DE065AA8}">
      <dsp:nvSpPr>
        <dsp:cNvPr id="0" name=""/>
        <dsp:cNvSpPr/>
      </dsp:nvSpPr>
      <dsp:spPr>
        <a:xfrm>
          <a:off x="556831" y="2270083"/>
          <a:ext cx="3755149" cy="349325"/>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7277" tIns="40640" rIns="40640" bIns="40640" numCol="1" spcCol="1270" anchor="ctr" anchorCtr="0">
          <a:noAutofit/>
        </a:bodyPr>
        <a:lstStyle/>
        <a:p>
          <a:pPr marL="0" lvl="0" indent="0" algn="l" defTabSz="711200">
            <a:lnSpc>
              <a:spcPct val="90000"/>
            </a:lnSpc>
            <a:spcBef>
              <a:spcPct val="0"/>
            </a:spcBef>
            <a:spcAft>
              <a:spcPct val="35000"/>
            </a:spcAft>
            <a:buNone/>
          </a:pPr>
          <a:r>
            <a:rPr lang="zh-CN" altLang="en-US" sz="1600" kern="1200" dirty="0">
              <a:solidFill>
                <a:schemeClr val="bg2">
                  <a:lumMod val="50000"/>
                </a:schemeClr>
              </a:solidFill>
            </a:rPr>
            <a:t>在哪里检验？ </a:t>
          </a:r>
        </a:p>
      </dsp:txBody>
      <dsp:txXfrm>
        <a:off x="556831" y="2270083"/>
        <a:ext cx="3755149" cy="349325"/>
      </dsp:txXfrm>
    </dsp:sp>
    <dsp:sp modelId="{CE4E234C-0B18-463D-8AAC-7F44E3560D9E}">
      <dsp:nvSpPr>
        <dsp:cNvPr id="0" name=""/>
        <dsp:cNvSpPr/>
      </dsp:nvSpPr>
      <dsp:spPr>
        <a:xfrm>
          <a:off x="338503" y="2226418"/>
          <a:ext cx="436656" cy="436656"/>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EEFC813-3166-4075-8495-90A15CAB36BE}">
      <dsp:nvSpPr>
        <dsp:cNvPr id="0" name=""/>
        <dsp:cNvSpPr/>
      </dsp:nvSpPr>
      <dsp:spPr>
        <a:xfrm>
          <a:off x="269487" y="2794005"/>
          <a:ext cx="4042493" cy="349325"/>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7277" tIns="40640" rIns="40640" bIns="40640" numCol="1" spcCol="1270" anchor="ctr" anchorCtr="0">
          <a:noAutofit/>
        </a:bodyPr>
        <a:lstStyle/>
        <a:p>
          <a:pPr marL="0" lvl="0" indent="0" algn="l" defTabSz="711200">
            <a:lnSpc>
              <a:spcPct val="90000"/>
            </a:lnSpc>
            <a:spcBef>
              <a:spcPct val="0"/>
            </a:spcBef>
            <a:spcAft>
              <a:spcPct val="35000"/>
            </a:spcAft>
            <a:buNone/>
          </a:pPr>
          <a:r>
            <a:rPr lang="zh-CN" altLang="en-US" sz="1600" kern="1200" dirty="0">
              <a:solidFill>
                <a:schemeClr val="bg2">
                  <a:lumMod val="50000"/>
                </a:schemeClr>
              </a:solidFill>
            </a:rPr>
            <a:t>怎么处理？ </a:t>
          </a:r>
        </a:p>
      </dsp:txBody>
      <dsp:txXfrm>
        <a:off x="269487" y="2794005"/>
        <a:ext cx="4042493" cy="349325"/>
      </dsp:txXfrm>
    </dsp:sp>
    <dsp:sp modelId="{9159CB28-FE18-4E56-9175-06FF44DEDACA}">
      <dsp:nvSpPr>
        <dsp:cNvPr id="0" name=""/>
        <dsp:cNvSpPr/>
      </dsp:nvSpPr>
      <dsp:spPr>
        <a:xfrm>
          <a:off x="51159" y="2750339"/>
          <a:ext cx="436656" cy="436656"/>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6F6C71-8355-4854-B83A-2DB83F6A88F7}">
      <dsp:nvSpPr>
        <dsp:cNvPr id="0" name=""/>
        <dsp:cNvSpPr/>
      </dsp:nvSpPr>
      <dsp:spPr>
        <a:xfrm>
          <a:off x="5551" y="1005822"/>
          <a:ext cx="1968669" cy="1469570"/>
        </a:xfrm>
        <a:prstGeom prst="round2SameRect">
          <a:avLst>
            <a:gd name="adj1" fmla="val 8000"/>
            <a:gd name="adj2" fmla="val 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 tIns="45720" rIns="15240" bIns="15240" numCol="1" spcCol="1270" anchor="t" anchorCtr="0">
          <a:noAutofit/>
        </a:bodyPr>
        <a:lstStyle/>
        <a:p>
          <a:pPr marL="114300" lvl="1" indent="-114300" algn="l" defTabSz="533400">
            <a:lnSpc>
              <a:spcPct val="90000"/>
            </a:lnSpc>
            <a:spcBef>
              <a:spcPct val="0"/>
            </a:spcBef>
            <a:spcAft>
              <a:spcPct val="15000"/>
            </a:spcAft>
            <a:buChar char="•"/>
          </a:pPr>
          <a:r>
            <a:rPr lang="zh-CN" altLang="en-US" sz="1200" b="0" i="0" u="none" kern="1200" dirty="0"/>
            <a:t>用于表示某项功能开关的参数，值一般不会改变。</a:t>
          </a:r>
          <a:endParaRPr lang="zh-CN" altLang="en-US" sz="1200" kern="1200" dirty="0"/>
        </a:p>
      </dsp:txBody>
      <dsp:txXfrm>
        <a:off x="39985" y="1040256"/>
        <a:ext cx="1899801" cy="1435136"/>
      </dsp:txXfrm>
    </dsp:sp>
    <dsp:sp modelId="{D0151FA7-F657-4090-BC96-8CAF9C207D3D}">
      <dsp:nvSpPr>
        <dsp:cNvPr id="0" name=""/>
        <dsp:cNvSpPr/>
      </dsp:nvSpPr>
      <dsp:spPr>
        <a:xfrm>
          <a:off x="5551" y="2475392"/>
          <a:ext cx="1968669" cy="631915"/>
        </a:xfrm>
        <a:prstGeom prst="rect">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0" rIns="25400" bIns="0" numCol="1" spcCol="1270" anchor="ctr" anchorCtr="0">
          <a:noAutofit/>
        </a:bodyPr>
        <a:lstStyle/>
        <a:p>
          <a:pPr marL="0" lvl="0" indent="0" algn="l" defTabSz="889000">
            <a:lnSpc>
              <a:spcPct val="90000"/>
            </a:lnSpc>
            <a:spcBef>
              <a:spcPct val="0"/>
            </a:spcBef>
            <a:spcAft>
              <a:spcPct val="35000"/>
            </a:spcAft>
            <a:buNone/>
          </a:pPr>
          <a:r>
            <a:rPr lang="zh-CN" altLang="en-US" sz="2000" b="0" i="0" u="none" kern="1200" dirty="0"/>
            <a:t>功能型参数</a:t>
          </a:r>
          <a:endParaRPr lang="zh-CN" altLang="en-US" sz="2000" kern="1200" dirty="0"/>
        </a:p>
      </dsp:txBody>
      <dsp:txXfrm>
        <a:off x="5551" y="2475392"/>
        <a:ext cx="1386386" cy="631915"/>
      </dsp:txXfrm>
    </dsp:sp>
    <dsp:sp modelId="{06549CD2-42B4-41C3-8177-433F0DF121DE}">
      <dsp:nvSpPr>
        <dsp:cNvPr id="0" name=""/>
        <dsp:cNvSpPr/>
      </dsp:nvSpPr>
      <dsp:spPr>
        <a:xfrm>
          <a:off x="1447628" y="2575766"/>
          <a:ext cx="689034" cy="689034"/>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a:stretch>
        </a:blip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BA9504F-425E-4A78-950E-6E0B5424C791}">
      <dsp:nvSpPr>
        <dsp:cNvPr id="0" name=""/>
        <dsp:cNvSpPr/>
      </dsp:nvSpPr>
      <dsp:spPr>
        <a:xfrm>
          <a:off x="2307367" y="1005822"/>
          <a:ext cx="1968669" cy="1469570"/>
        </a:xfrm>
        <a:prstGeom prst="round2SameRect">
          <a:avLst>
            <a:gd name="adj1" fmla="val 8000"/>
            <a:gd name="adj2" fmla="val 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 tIns="45720" rIns="15240" bIns="15240" numCol="1" spcCol="1270" anchor="t" anchorCtr="0">
          <a:noAutofit/>
        </a:bodyPr>
        <a:lstStyle/>
        <a:p>
          <a:pPr marL="114300" lvl="1" indent="-114300" algn="l" defTabSz="533400">
            <a:lnSpc>
              <a:spcPct val="90000"/>
            </a:lnSpc>
            <a:spcBef>
              <a:spcPct val="0"/>
            </a:spcBef>
            <a:spcAft>
              <a:spcPct val="15000"/>
            </a:spcAft>
            <a:buChar char="•"/>
          </a:pPr>
          <a:r>
            <a:rPr lang="zh-CN" altLang="en-US" sz="1200" b="0" i="0" u="none" kern="1200" dirty="0"/>
            <a:t>状态型参数用于表示当前运行下的某种状态，是实时值。比如电机的开关波状态，阀门的开关状态，气压状态等。</a:t>
          </a:r>
          <a:endParaRPr lang="zh-CN" altLang="en-US" sz="1200" kern="1200" dirty="0"/>
        </a:p>
      </dsp:txBody>
      <dsp:txXfrm>
        <a:off x="2341801" y="1040256"/>
        <a:ext cx="1899801" cy="1435136"/>
      </dsp:txXfrm>
    </dsp:sp>
    <dsp:sp modelId="{1E6A3704-BDC8-4D69-8EDC-A9AC5A044B2C}">
      <dsp:nvSpPr>
        <dsp:cNvPr id="0" name=""/>
        <dsp:cNvSpPr/>
      </dsp:nvSpPr>
      <dsp:spPr>
        <a:xfrm>
          <a:off x="2307367" y="2475392"/>
          <a:ext cx="1968669" cy="631915"/>
        </a:xfrm>
        <a:prstGeom prst="rect">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0" rIns="25400" bIns="0" numCol="1" spcCol="1270" anchor="ctr" anchorCtr="0">
          <a:noAutofit/>
        </a:bodyPr>
        <a:lstStyle/>
        <a:p>
          <a:pPr marL="0" lvl="0" indent="0" algn="l" defTabSz="889000">
            <a:lnSpc>
              <a:spcPct val="90000"/>
            </a:lnSpc>
            <a:spcBef>
              <a:spcPct val="0"/>
            </a:spcBef>
            <a:spcAft>
              <a:spcPct val="35000"/>
            </a:spcAft>
            <a:buNone/>
          </a:pPr>
          <a:r>
            <a:rPr lang="zh-CN" altLang="en-US" sz="2000" b="0" i="0" u="none" kern="1200" dirty="0"/>
            <a:t>状态型参数</a:t>
          </a:r>
          <a:endParaRPr lang="zh-CN" altLang="en-US" sz="2000" kern="1200" dirty="0"/>
        </a:p>
      </dsp:txBody>
      <dsp:txXfrm>
        <a:off x="2307367" y="2475392"/>
        <a:ext cx="1386386" cy="631915"/>
      </dsp:txXfrm>
    </dsp:sp>
    <dsp:sp modelId="{E7D57D8D-8066-429E-833B-B38E89EE00CC}">
      <dsp:nvSpPr>
        <dsp:cNvPr id="0" name=""/>
        <dsp:cNvSpPr/>
      </dsp:nvSpPr>
      <dsp:spPr>
        <a:xfrm>
          <a:off x="3749444" y="2575766"/>
          <a:ext cx="689034" cy="689034"/>
        </a:xfrm>
        <a:prstGeom prst="ellipse">
          <a:avLst/>
        </a:prstGeom>
        <a:blipFill rotWithShape="1">
          <a:blip xmlns:r="http://schemas.openxmlformats.org/officeDocument/2006/relationships" r:embed="rId1">
            <a:extLst>
              <a:ext uri="{28A0092B-C50C-407E-A947-70E740481C1C}">
                <a14:useLocalDpi xmlns:a14="http://schemas.microsoft.com/office/drawing/2010/main" val="0"/>
              </a:ext>
            </a:extLst>
          </a:blip>
          <a:srcRect/>
          <a:stretch>
            <a:fillRect/>
          </a:stretch>
        </a:blip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47A5353-A479-4520-AD95-1BDE80A8A487}">
      <dsp:nvSpPr>
        <dsp:cNvPr id="0" name=""/>
        <dsp:cNvSpPr/>
      </dsp:nvSpPr>
      <dsp:spPr>
        <a:xfrm>
          <a:off x="4609182" y="1005822"/>
          <a:ext cx="1968669" cy="1469570"/>
        </a:xfrm>
        <a:prstGeom prst="round2SameRect">
          <a:avLst>
            <a:gd name="adj1" fmla="val 8000"/>
            <a:gd name="adj2" fmla="val 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 tIns="45720" rIns="15240" bIns="15240" numCol="1" spcCol="1270" anchor="t" anchorCtr="0">
          <a:noAutofit/>
        </a:bodyPr>
        <a:lstStyle/>
        <a:p>
          <a:pPr marL="114300" lvl="1" indent="-114300" algn="l" defTabSz="533400">
            <a:lnSpc>
              <a:spcPct val="90000"/>
            </a:lnSpc>
            <a:spcBef>
              <a:spcPct val="0"/>
            </a:spcBef>
            <a:spcAft>
              <a:spcPct val="15000"/>
            </a:spcAft>
            <a:buChar char="•"/>
          </a:pPr>
          <a:r>
            <a:rPr lang="zh-CN" altLang="en-US" sz="1200" b="0" i="0" u="none" kern="1200" dirty="0"/>
            <a:t>故障型参数用于记录当前或历史的故障发生情况，并决定是否要发出报警信号或停机等操作。</a:t>
          </a:r>
          <a:endParaRPr lang="zh-CN" altLang="en-US" sz="1200" kern="1200" dirty="0"/>
        </a:p>
      </dsp:txBody>
      <dsp:txXfrm>
        <a:off x="4643616" y="1040256"/>
        <a:ext cx="1899801" cy="1435136"/>
      </dsp:txXfrm>
    </dsp:sp>
    <dsp:sp modelId="{F6EA1FD2-ACA0-480F-8185-DF3AEBCF75E5}">
      <dsp:nvSpPr>
        <dsp:cNvPr id="0" name=""/>
        <dsp:cNvSpPr/>
      </dsp:nvSpPr>
      <dsp:spPr>
        <a:xfrm>
          <a:off x="4609182" y="2475392"/>
          <a:ext cx="1968669" cy="631915"/>
        </a:xfrm>
        <a:prstGeom prst="rect">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0" rIns="25400" bIns="0" numCol="1" spcCol="1270" anchor="ctr" anchorCtr="0">
          <a:noAutofit/>
        </a:bodyPr>
        <a:lstStyle/>
        <a:p>
          <a:pPr marL="0" lvl="0" indent="0" algn="l" defTabSz="889000">
            <a:lnSpc>
              <a:spcPct val="90000"/>
            </a:lnSpc>
            <a:spcBef>
              <a:spcPct val="0"/>
            </a:spcBef>
            <a:spcAft>
              <a:spcPct val="35000"/>
            </a:spcAft>
            <a:buNone/>
          </a:pPr>
          <a:r>
            <a:rPr lang="zh-CN" altLang="en-US" sz="2000" b="0" i="0" u="none" kern="1200" dirty="0"/>
            <a:t>故障型参数</a:t>
          </a:r>
          <a:endParaRPr lang="zh-CN" altLang="en-US" sz="2000" kern="1200" dirty="0"/>
        </a:p>
      </dsp:txBody>
      <dsp:txXfrm>
        <a:off x="4609182" y="2475392"/>
        <a:ext cx="1386386" cy="631915"/>
      </dsp:txXfrm>
    </dsp:sp>
    <dsp:sp modelId="{DC611B11-1BE9-4726-A43B-36D4FC6732A5}">
      <dsp:nvSpPr>
        <dsp:cNvPr id="0" name=""/>
        <dsp:cNvSpPr/>
      </dsp:nvSpPr>
      <dsp:spPr>
        <a:xfrm>
          <a:off x="6051259" y="2575766"/>
          <a:ext cx="689034" cy="689034"/>
        </a:xfrm>
        <a:prstGeom prst="ellipse">
          <a:avLst/>
        </a:prstGeom>
        <a:blipFill rotWithShape="1">
          <a:blip xmlns:r="http://schemas.openxmlformats.org/officeDocument/2006/relationships" r:embed="rId1">
            <a:extLst>
              <a:ext uri="{28A0092B-C50C-407E-A947-70E740481C1C}">
                <a14:useLocalDpi xmlns:a14="http://schemas.microsoft.com/office/drawing/2010/main" val="0"/>
              </a:ext>
            </a:extLst>
          </a:blip>
          <a:srcRect/>
          <a:stretch>
            <a:fillRect/>
          </a:stretch>
        </a:blip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212E67B-ABA2-481A-ADF9-7F0A2BFA36BD}">
      <dsp:nvSpPr>
        <dsp:cNvPr id="0" name=""/>
        <dsp:cNvSpPr/>
      </dsp:nvSpPr>
      <dsp:spPr>
        <a:xfrm>
          <a:off x="6910997" y="1005822"/>
          <a:ext cx="1968669" cy="1469570"/>
        </a:xfrm>
        <a:prstGeom prst="round2SameRect">
          <a:avLst>
            <a:gd name="adj1" fmla="val 8000"/>
            <a:gd name="adj2" fmla="val 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 tIns="45720" rIns="15240" bIns="15240" numCol="1" spcCol="1270" anchor="t" anchorCtr="0">
          <a:noAutofit/>
        </a:bodyPr>
        <a:lstStyle/>
        <a:p>
          <a:pPr marL="114300" lvl="1" indent="-114300" algn="l" defTabSz="533400">
            <a:lnSpc>
              <a:spcPct val="90000"/>
            </a:lnSpc>
            <a:spcBef>
              <a:spcPct val="0"/>
            </a:spcBef>
            <a:spcAft>
              <a:spcPct val="15000"/>
            </a:spcAft>
            <a:buChar char="•"/>
          </a:pPr>
          <a:r>
            <a:rPr lang="zh-CN" altLang="en-US" sz="1200" b="0" i="0" u="none" kern="1200" dirty="0"/>
            <a:t>普通值参数是较为庞大的一类参数，这类参数的值类型不一，值之间的关联性可以很复杂，每种值各有特点，参数的有效性检验很难做统一的处理。</a:t>
          </a:r>
          <a:endParaRPr lang="zh-CN" altLang="en-US" sz="1200" kern="1200" dirty="0"/>
        </a:p>
      </dsp:txBody>
      <dsp:txXfrm>
        <a:off x="6945431" y="1040256"/>
        <a:ext cx="1899801" cy="1435136"/>
      </dsp:txXfrm>
    </dsp:sp>
    <dsp:sp modelId="{1CCD7259-35A2-4775-ACDC-F7DDF1A45E6D}">
      <dsp:nvSpPr>
        <dsp:cNvPr id="0" name=""/>
        <dsp:cNvSpPr/>
      </dsp:nvSpPr>
      <dsp:spPr>
        <a:xfrm>
          <a:off x="6910997" y="2475392"/>
          <a:ext cx="1968669" cy="631915"/>
        </a:xfrm>
        <a:prstGeom prst="rect">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0" rIns="25400" bIns="0" numCol="1" spcCol="1270" anchor="ctr" anchorCtr="0">
          <a:noAutofit/>
        </a:bodyPr>
        <a:lstStyle/>
        <a:p>
          <a:pPr marL="0" lvl="0" indent="0" algn="l" defTabSz="889000">
            <a:lnSpc>
              <a:spcPct val="90000"/>
            </a:lnSpc>
            <a:spcBef>
              <a:spcPct val="0"/>
            </a:spcBef>
            <a:spcAft>
              <a:spcPct val="35000"/>
            </a:spcAft>
            <a:buNone/>
          </a:pPr>
          <a:r>
            <a:rPr lang="zh-CN" altLang="en-US" sz="2000" b="0" i="0" u="none" kern="1200" dirty="0"/>
            <a:t>普通值参数</a:t>
          </a:r>
          <a:endParaRPr lang="zh-CN" altLang="en-US" sz="2000" kern="1200" dirty="0"/>
        </a:p>
      </dsp:txBody>
      <dsp:txXfrm>
        <a:off x="6910997" y="2475392"/>
        <a:ext cx="1386386" cy="631915"/>
      </dsp:txXfrm>
    </dsp:sp>
    <dsp:sp modelId="{564A5579-626F-4BE0-B5DB-8AF83A3BE362}">
      <dsp:nvSpPr>
        <dsp:cNvPr id="0" name=""/>
        <dsp:cNvSpPr/>
      </dsp:nvSpPr>
      <dsp:spPr>
        <a:xfrm>
          <a:off x="8353075" y="2575766"/>
          <a:ext cx="689034" cy="689034"/>
        </a:xfrm>
        <a:prstGeom prst="ellipse">
          <a:avLst/>
        </a:prstGeom>
        <a:blipFill rotWithShape="1">
          <a:blip xmlns:r="http://schemas.openxmlformats.org/officeDocument/2006/relationships" r:embed="rId1">
            <a:extLst>
              <a:ext uri="{28A0092B-C50C-407E-A947-70E740481C1C}">
                <a14:useLocalDpi xmlns:a14="http://schemas.microsoft.com/office/drawing/2010/main" val="0"/>
              </a:ext>
            </a:extLst>
          </a:blip>
          <a:srcRect/>
          <a:stretch>
            <a:fillRect/>
          </a:stretch>
        </a:blip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E8B449-17FD-4DCC-A569-AA738D56810B}">
      <dsp:nvSpPr>
        <dsp:cNvPr id="0" name=""/>
        <dsp:cNvSpPr/>
      </dsp:nvSpPr>
      <dsp:spPr>
        <a:xfrm>
          <a:off x="621472" y="969543"/>
          <a:ext cx="1815390" cy="1221577"/>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0" tIns="56896" rIns="56896" bIns="56896" numCol="1" spcCol="1270" anchor="ctr" anchorCtr="0">
          <a:noAutofit/>
        </a:bodyPr>
        <a:lstStyle/>
        <a:p>
          <a:pPr marL="0" lvl="0" indent="0" algn="l" defTabSz="355600">
            <a:lnSpc>
              <a:spcPct val="90000"/>
            </a:lnSpc>
            <a:spcBef>
              <a:spcPct val="0"/>
            </a:spcBef>
            <a:spcAft>
              <a:spcPct val="35000"/>
            </a:spcAft>
            <a:buNone/>
          </a:pPr>
          <a:r>
            <a:rPr lang="zh-CN" altLang="en-US" sz="800" b="0" i="0" u="none" kern="1200" dirty="0"/>
            <a:t>用断言检查永远不应该发生的错误</a:t>
          </a:r>
          <a:endParaRPr lang="zh-CN" altLang="en-US" sz="800" kern="1200" dirty="0"/>
        </a:p>
      </dsp:txBody>
      <dsp:txXfrm>
        <a:off x="911935" y="969543"/>
        <a:ext cx="1524928" cy="1221577"/>
      </dsp:txXfrm>
    </dsp:sp>
    <dsp:sp modelId="{99E508C5-C836-4435-B411-22E30558C674}">
      <dsp:nvSpPr>
        <dsp:cNvPr id="0" name=""/>
        <dsp:cNvSpPr/>
      </dsp:nvSpPr>
      <dsp:spPr>
        <a:xfrm>
          <a:off x="350464" y="754825"/>
          <a:ext cx="441959" cy="441959"/>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r>
            <a:rPr lang="zh-CN" altLang="en-US" sz="800" b="0" i="0" u="none" kern="1200" dirty="0"/>
            <a:t>断言</a:t>
          </a:r>
          <a:endParaRPr lang="zh-CN" altLang="en-US" sz="800" kern="1200" dirty="0"/>
        </a:p>
      </dsp:txBody>
      <dsp:txXfrm>
        <a:off x="415187" y="819548"/>
        <a:ext cx="312513" cy="312513"/>
      </dsp:txXfrm>
    </dsp:sp>
    <dsp:sp modelId="{AAE25444-4638-48A7-93B6-4983BADC5867}">
      <dsp:nvSpPr>
        <dsp:cNvPr id="0" name=""/>
        <dsp:cNvSpPr/>
      </dsp:nvSpPr>
      <dsp:spPr>
        <a:xfrm>
          <a:off x="4381843" y="945900"/>
          <a:ext cx="1815390" cy="1221577"/>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0" tIns="56896" rIns="56896" bIns="56896" numCol="1" spcCol="1270" anchor="ctr" anchorCtr="0">
          <a:noAutofit/>
        </a:bodyPr>
        <a:lstStyle/>
        <a:p>
          <a:pPr marL="0" lvl="0" indent="0" algn="l" defTabSz="355600">
            <a:lnSpc>
              <a:spcPct val="90000"/>
            </a:lnSpc>
            <a:spcBef>
              <a:spcPct val="0"/>
            </a:spcBef>
            <a:spcAft>
              <a:spcPct val="35000"/>
            </a:spcAft>
            <a:buNone/>
          </a:pPr>
          <a:r>
            <a:rPr lang="zh-CN" altLang="en-US" sz="800" b="0" i="0" u="none" kern="1200" dirty="0"/>
            <a:t>用错误处理代码来处理预期会发生的状况，用断言来处理绝不应该发生的状况。通常用错误处理来检查有害的输入数据。断言检查代码中的</a:t>
          </a:r>
          <a:r>
            <a:rPr lang="en-US" altLang="zh-CN" sz="800" b="0" i="0" u="none" kern="1200" dirty="0"/>
            <a:t>bug</a:t>
          </a:r>
          <a:r>
            <a:rPr lang="zh-CN" altLang="en-US" sz="800" b="0" i="0" u="none" kern="1200" dirty="0"/>
            <a:t>。 </a:t>
          </a:r>
          <a:endParaRPr lang="zh-CN" altLang="en-US" sz="800" kern="1200" dirty="0"/>
        </a:p>
      </dsp:txBody>
      <dsp:txXfrm>
        <a:off x="4672306" y="945900"/>
        <a:ext cx="1524928" cy="1221577"/>
      </dsp:txXfrm>
    </dsp:sp>
    <dsp:sp modelId="{AEA01D27-C6A4-48C4-9838-5143ECCB300D}">
      <dsp:nvSpPr>
        <dsp:cNvPr id="0" name=""/>
        <dsp:cNvSpPr/>
      </dsp:nvSpPr>
      <dsp:spPr>
        <a:xfrm>
          <a:off x="4141896" y="752107"/>
          <a:ext cx="441959" cy="441959"/>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r>
            <a:rPr lang="zh-CN" altLang="en-US" sz="800" b="0" i="0" u="none" kern="1200" dirty="0"/>
            <a:t>错误处理代码</a:t>
          </a:r>
          <a:endParaRPr lang="zh-CN" altLang="en-US" sz="800" kern="1200" dirty="0"/>
        </a:p>
      </dsp:txBody>
      <dsp:txXfrm>
        <a:off x="4206619" y="816830"/>
        <a:ext cx="312513" cy="312513"/>
      </dsp:txXfrm>
    </dsp:sp>
    <dsp:sp modelId="{FA382476-8C86-4D17-8E32-F55FAEA6C78C}">
      <dsp:nvSpPr>
        <dsp:cNvPr id="0" name=""/>
        <dsp:cNvSpPr/>
      </dsp:nvSpPr>
      <dsp:spPr>
        <a:xfrm>
          <a:off x="7924912" y="931799"/>
          <a:ext cx="1815390" cy="1221577"/>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0" tIns="49784" rIns="49784" bIns="49784" numCol="1" spcCol="1270" anchor="ctr" anchorCtr="0">
          <a:noAutofit/>
        </a:bodyPr>
        <a:lstStyle/>
        <a:p>
          <a:pPr marL="0" lvl="0" indent="0" algn="l" defTabSz="311150">
            <a:lnSpc>
              <a:spcPct val="90000"/>
            </a:lnSpc>
            <a:spcBef>
              <a:spcPct val="0"/>
            </a:spcBef>
            <a:spcAft>
              <a:spcPct val="35000"/>
            </a:spcAft>
            <a:buNone/>
          </a:pPr>
          <a:r>
            <a:rPr lang="zh-CN" altLang="en-US" sz="700" b="0" i="0" u="none" kern="1200" dirty="0"/>
            <a:t>如果一个子程序在运行过程中遇到了预料之外的情况，但这个情况又必须处理否则会影响功能的使用或程序的运行，这个时候需要子程序将异常抛出，把“问题”交给能解释并处理好它的代码。这属于一种错误处理机制。</a:t>
          </a:r>
          <a:endParaRPr lang="zh-CN" altLang="en-US" sz="700" kern="1200" dirty="0"/>
        </a:p>
      </dsp:txBody>
      <dsp:txXfrm>
        <a:off x="8215375" y="931799"/>
        <a:ext cx="1524928" cy="1221577"/>
      </dsp:txXfrm>
    </dsp:sp>
    <dsp:sp modelId="{EF581826-0E3C-41C4-B459-F54164E93E1F}">
      <dsp:nvSpPr>
        <dsp:cNvPr id="0" name=""/>
        <dsp:cNvSpPr/>
      </dsp:nvSpPr>
      <dsp:spPr>
        <a:xfrm>
          <a:off x="7719431" y="740020"/>
          <a:ext cx="441959" cy="441959"/>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r>
            <a:rPr lang="zh-CN" altLang="en-US" sz="800" b="0" i="0" u="none" kern="1200" dirty="0"/>
            <a:t>异常</a:t>
          </a:r>
          <a:endParaRPr lang="zh-CN" altLang="en-US" sz="800" kern="1200" dirty="0"/>
        </a:p>
      </dsp:txBody>
      <dsp:txXfrm>
        <a:off x="7784154" y="804743"/>
        <a:ext cx="312513" cy="312513"/>
      </dsp:txXfrm>
    </dsp:sp>
    <dsp:sp modelId="{31B3F72A-D207-4E9C-9D86-B9EEF32D4BD7}">
      <dsp:nvSpPr>
        <dsp:cNvPr id="0" name=""/>
        <dsp:cNvSpPr/>
      </dsp:nvSpPr>
      <dsp:spPr>
        <a:xfrm>
          <a:off x="623741" y="2563688"/>
          <a:ext cx="1815390" cy="1221577"/>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0" tIns="49784" rIns="49784" bIns="49784" numCol="1" spcCol="1270" anchor="ctr" anchorCtr="0">
          <a:noAutofit/>
        </a:bodyPr>
        <a:lstStyle/>
        <a:p>
          <a:pPr marL="0" lvl="0" indent="0" algn="l" defTabSz="311150">
            <a:lnSpc>
              <a:spcPct val="90000"/>
            </a:lnSpc>
            <a:spcBef>
              <a:spcPct val="0"/>
            </a:spcBef>
            <a:spcAft>
              <a:spcPct val="35000"/>
            </a:spcAft>
            <a:buNone/>
          </a:pPr>
          <a:r>
            <a:rPr lang="zh-CN" altLang="en-US" sz="700" b="0" i="0" u="none" kern="1200" dirty="0"/>
            <a:t>数据源有两类，一类是外部传入一类是内部运算产生。由于外部数据的处理过程和存储环境对本模块设计者来说是模糊或不可见的，而内部数据处理直接或间接依赖于外部数据。因此我们假定外部数据是肮脏且不可信的，内部数据假定为干净（仅对少量安全性高数据检测）。不可信的外部数据传入内部需要一个统一数据清理的环节，这就是隔栏的作用。 </a:t>
          </a:r>
          <a:endParaRPr lang="zh-CN" altLang="en-US" sz="700" kern="1200" dirty="0"/>
        </a:p>
      </dsp:txBody>
      <dsp:txXfrm>
        <a:off x="914204" y="2563688"/>
        <a:ext cx="1524928" cy="1221577"/>
      </dsp:txXfrm>
    </dsp:sp>
    <dsp:sp modelId="{905244D4-48AB-44CD-8A68-89DF5545DC05}">
      <dsp:nvSpPr>
        <dsp:cNvPr id="0" name=""/>
        <dsp:cNvSpPr/>
      </dsp:nvSpPr>
      <dsp:spPr>
        <a:xfrm>
          <a:off x="390316" y="2315381"/>
          <a:ext cx="441959" cy="441959"/>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r>
            <a:rPr lang="zh-CN" altLang="en-US" sz="800" b="0" i="0" u="none" kern="1200" dirty="0"/>
            <a:t>隔栏</a:t>
          </a:r>
          <a:endParaRPr lang="zh-CN" altLang="en-US" sz="800" kern="1200" dirty="0"/>
        </a:p>
      </dsp:txBody>
      <dsp:txXfrm>
        <a:off x="455039" y="2380104"/>
        <a:ext cx="312513" cy="312513"/>
      </dsp:txXfrm>
    </dsp:sp>
    <dsp:sp modelId="{D40DA8C6-BFF6-4F09-8FEF-A0545B8E303B}">
      <dsp:nvSpPr>
        <dsp:cNvPr id="0" name=""/>
        <dsp:cNvSpPr/>
      </dsp:nvSpPr>
      <dsp:spPr>
        <a:xfrm>
          <a:off x="4381852" y="2563688"/>
          <a:ext cx="1815390" cy="1221577"/>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0" tIns="49784" rIns="49784" bIns="49784" numCol="1" spcCol="1270" anchor="ctr" anchorCtr="0">
          <a:noAutofit/>
        </a:bodyPr>
        <a:lstStyle/>
        <a:p>
          <a:pPr marL="0" lvl="0" indent="0" algn="l" defTabSz="311150">
            <a:lnSpc>
              <a:spcPct val="90000"/>
            </a:lnSpc>
            <a:spcBef>
              <a:spcPct val="0"/>
            </a:spcBef>
            <a:spcAft>
              <a:spcPct val="35000"/>
            </a:spcAft>
            <a:buNone/>
          </a:pPr>
          <a:r>
            <a:rPr lang="zh-CN" altLang="en-US" sz="700" b="0" i="0" u="none" kern="1200" dirty="0"/>
            <a:t>数据源有两类，一类是外部传入一类是内部运算产生。由于外部数据的处理过程和存储环境对本模块设计者来说是模糊或不可见的，而内部数据处理直接或间接依赖于外部数据。因此我们假定外部数据是肮脏且不可信的，内部数据假定为干净（仅对少量安全性高数据检测）。不可信的外部数据传入内部需要一个统一数据清理的环节，这就是隔栏的作用。 </a:t>
          </a:r>
          <a:endParaRPr lang="zh-CN" altLang="en-US" sz="700" kern="1200" dirty="0"/>
        </a:p>
      </dsp:txBody>
      <dsp:txXfrm>
        <a:off x="4672314" y="2563688"/>
        <a:ext cx="1524928" cy="1221577"/>
      </dsp:txXfrm>
    </dsp:sp>
    <dsp:sp modelId="{C0709943-E74A-4395-960A-C09B37F0218D}">
      <dsp:nvSpPr>
        <dsp:cNvPr id="0" name=""/>
        <dsp:cNvSpPr/>
      </dsp:nvSpPr>
      <dsp:spPr>
        <a:xfrm>
          <a:off x="4128665" y="2365874"/>
          <a:ext cx="441959" cy="441959"/>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r>
            <a:rPr lang="zh-CN" altLang="en-US" sz="800" b="0" i="0" u="none" kern="1200" dirty="0"/>
            <a:t>错误日志</a:t>
          </a:r>
          <a:endParaRPr lang="zh-CN" altLang="en-US" sz="800" kern="1200" dirty="0"/>
        </a:p>
      </dsp:txBody>
      <dsp:txXfrm>
        <a:off x="4193388" y="2430597"/>
        <a:ext cx="312513" cy="312513"/>
      </dsp:txXfrm>
    </dsp:sp>
    <dsp:sp modelId="{8E7E2D68-8262-4262-8BD8-6EB51420A4D5}">
      <dsp:nvSpPr>
        <dsp:cNvPr id="0" name=""/>
        <dsp:cNvSpPr/>
      </dsp:nvSpPr>
      <dsp:spPr>
        <a:xfrm>
          <a:off x="7967201" y="2563688"/>
          <a:ext cx="1815390" cy="1221577"/>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0" tIns="49784" rIns="49784" bIns="49784" numCol="1" spcCol="1270" anchor="ctr" anchorCtr="0">
          <a:noAutofit/>
        </a:bodyPr>
        <a:lstStyle/>
        <a:p>
          <a:pPr marL="0" lvl="0" indent="0" algn="l" defTabSz="311150">
            <a:lnSpc>
              <a:spcPct val="90000"/>
            </a:lnSpc>
            <a:spcBef>
              <a:spcPct val="0"/>
            </a:spcBef>
            <a:spcAft>
              <a:spcPct val="35000"/>
            </a:spcAft>
            <a:buNone/>
          </a:pPr>
          <a:r>
            <a:rPr lang="zh-CN" altLang="en-US" sz="700" b="0" i="0" u="none" kern="1200" dirty="0"/>
            <a:t>软件运行中由于错误类型众多，为了对错误进行区分，系统设定了错误码（</a:t>
          </a:r>
          <a:r>
            <a:rPr lang="en-US" altLang="zh-CN" sz="700" b="0" i="0" u="none" kern="1200" dirty="0"/>
            <a:t>error code</a:t>
          </a:r>
          <a:r>
            <a:rPr lang="zh-CN" altLang="en-US" sz="700" b="0" i="0" u="none" kern="1200" dirty="0"/>
            <a:t>），软件通过内部的自检机制超出错误并抛出给开发人员，开发人员通过错误码快速分析错误原因。</a:t>
          </a:r>
          <a:endParaRPr lang="zh-CN" altLang="en-US" sz="700" kern="1200" dirty="0"/>
        </a:p>
      </dsp:txBody>
      <dsp:txXfrm>
        <a:off x="8257663" y="2563688"/>
        <a:ext cx="1524928" cy="1221577"/>
      </dsp:txXfrm>
    </dsp:sp>
    <dsp:sp modelId="{68C71EE6-C224-4579-B68F-2A2FBEEB611D}">
      <dsp:nvSpPr>
        <dsp:cNvPr id="0" name=""/>
        <dsp:cNvSpPr/>
      </dsp:nvSpPr>
      <dsp:spPr>
        <a:xfrm>
          <a:off x="7732441" y="2317237"/>
          <a:ext cx="441959" cy="441959"/>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r>
            <a:rPr lang="zh-CN" altLang="en-US" sz="800" b="0" i="0" u="none" kern="1200" dirty="0"/>
            <a:t>错误码</a:t>
          </a:r>
          <a:endParaRPr lang="zh-CN" altLang="en-US" sz="800" kern="1200" dirty="0"/>
        </a:p>
      </dsp:txBody>
      <dsp:txXfrm>
        <a:off x="7797164" y="2381960"/>
        <a:ext cx="312513" cy="312513"/>
      </dsp:txXfrm>
    </dsp:sp>
    <dsp:sp modelId="{1E3E7ABE-8FFE-4832-B715-FB2C74FA88D9}">
      <dsp:nvSpPr>
        <dsp:cNvPr id="0" name=""/>
        <dsp:cNvSpPr/>
      </dsp:nvSpPr>
      <dsp:spPr>
        <a:xfrm>
          <a:off x="4381843" y="4152315"/>
          <a:ext cx="1815390" cy="1221577"/>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0" tIns="49784" rIns="49784" bIns="49784" numCol="1" spcCol="1270" anchor="ctr" anchorCtr="0">
          <a:noAutofit/>
        </a:bodyPr>
        <a:lstStyle/>
        <a:p>
          <a:pPr marL="0" lvl="0" indent="0" algn="l" defTabSz="311150">
            <a:lnSpc>
              <a:spcPct val="90000"/>
            </a:lnSpc>
            <a:spcBef>
              <a:spcPct val="0"/>
            </a:spcBef>
            <a:spcAft>
              <a:spcPct val="35000"/>
            </a:spcAft>
            <a:buNone/>
          </a:pPr>
          <a:r>
            <a:rPr lang="zh-CN" altLang="en-US" sz="700" b="0" i="0" u="none" kern="1200" dirty="0"/>
            <a:t>跟踪代码运行轨迹，担当开发环境中的调试利器，提高开发效率，增强查错能力。</a:t>
          </a:r>
          <a:endParaRPr lang="zh-CN" altLang="en-US" sz="700" kern="1200" dirty="0"/>
        </a:p>
      </dsp:txBody>
      <dsp:txXfrm>
        <a:off x="4672305" y="4152315"/>
        <a:ext cx="1524928" cy="1221577"/>
      </dsp:txXfrm>
    </dsp:sp>
    <dsp:sp modelId="{128B0B85-C415-4091-B680-29561190E358}">
      <dsp:nvSpPr>
        <dsp:cNvPr id="0" name=""/>
        <dsp:cNvSpPr/>
      </dsp:nvSpPr>
      <dsp:spPr>
        <a:xfrm>
          <a:off x="4144438" y="3939375"/>
          <a:ext cx="441959" cy="441959"/>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r>
            <a:rPr lang="zh-CN" altLang="en-US" sz="800" b="0" i="0" u="none" kern="1200" dirty="0"/>
            <a:t>调试</a:t>
          </a:r>
          <a:r>
            <a:rPr lang="en-US" sz="800" b="0" i="0" u="none" kern="1200" dirty="0"/>
            <a:t>log</a:t>
          </a:r>
          <a:endParaRPr lang="zh-CN" altLang="en-US" sz="800" kern="1200" dirty="0"/>
        </a:p>
      </dsp:txBody>
      <dsp:txXfrm>
        <a:off x="4209161" y="4004098"/>
        <a:ext cx="312513" cy="312513"/>
      </dsp:txXfrm>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bList2">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9">
  <dgm:title val=""/>
  <dgm:desc val=""/>
  <dgm:catLst>
    <dgm:cat type="list" pri="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3" srcId="0" destId="1" srcOrd="0" destOrd="0"/>
        <dgm:cxn modelId="4"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1" destId="2" srcOrd="0" destOrd="0"/>
      </dgm:cxnLst>
      <dgm:bg/>
      <dgm:whole/>
    </dgm:dataModel>
  </dgm:styleData>
  <dgm:clrData>
    <dgm:dataModel>
      <dgm:ptLst>
        <dgm:pt modelId="0" type="doc"/>
        <dgm:pt modelId="1"/>
        <dgm:pt modelId="11"/>
        <dgm:pt modelId="12"/>
        <dgm:pt modelId="13"/>
        <dgm:pt modelId="14"/>
        <dgm:pt modelId="2"/>
        <dgm:pt modelId="21"/>
        <dgm:pt modelId="22"/>
        <dgm:pt modelId="23"/>
        <dgm:pt modelId="24"/>
        <dgm:pt modelId="3"/>
        <dgm:pt modelId="31"/>
        <dgm:pt modelId="32"/>
        <dgm:pt modelId="33"/>
        <dgm:pt modelId="34"/>
      </dgm:ptLst>
      <dgm:cxnLst>
        <dgm:cxn modelId="4" srcId="0" destId="1" srcOrd="0" destOrd="0"/>
        <dgm:cxn modelId="5" srcId="0" destId="2" srcOrd="1" destOrd="0"/>
        <dgm:cxn modelId="6" srcId="0" destId="3" srcOrd="1" destOrd="0"/>
        <dgm:cxn modelId="15" srcId="1" destId="11" srcOrd="0" destOrd="0"/>
        <dgm:cxn modelId="16" srcId="1" destId="12" srcOrd="0" destOrd="0"/>
        <dgm:cxn modelId="17" srcId="1" destId="13" srcOrd="0" destOrd="0"/>
        <dgm:cxn modelId="18" srcId="1" destId="14" srcOrd="0" destOrd="0"/>
        <dgm:cxn modelId="25" srcId="2" destId="21" srcOrd="0" destOrd="0"/>
        <dgm:cxn modelId="26" srcId="2" destId="22" srcOrd="0" destOrd="0"/>
        <dgm:cxn modelId="27" srcId="2" destId="23" srcOrd="0" destOrd="0"/>
        <dgm:cxn modelId="28" srcId="2" destId="24" srcOrd="0" destOrd="0"/>
        <dgm:cxn modelId="35" srcId="3" destId="31" srcOrd="0" destOrd="0"/>
        <dgm:cxn modelId="36" srcId="3" destId="32" srcOrd="0" destOrd="0"/>
        <dgm:cxn modelId="37" srcId="3" destId="33" srcOrd="0" destOrd="0"/>
        <dgm:cxn modelId="38" srcId="3" destId="34" srcOrd="0" destOrd="0"/>
      </dgm:cxnLst>
      <dgm:bg/>
      <dgm:whole/>
    </dgm:dataModel>
  </dgm:clrData>
  <dgm:layoutNode name="list">
    <dgm:varLst>
      <dgm:dir/>
      <dgm:animLvl val="lvl"/>
    </dgm:varLst>
    <dgm:choose name="Name0">
      <dgm:if name="Name1" func="var" arg="dir" op="equ" val="norm">
        <dgm:alg type="lin">
          <dgm:param type="linDir" val="fromL"/>
          <dgm:param type="fallback" val="2D"/>
          <dgm:param type="nodeVertAlign" val="t"/>
        </dgm:alg>
      </dgm:if>
      <dgm:else name="Name2">
        <dgm:alg type="lin">
          <dgm:param type="linDir" val="fromR"/>
          <dgm:param type="fallback" val="2D"/>
          <dgm:param type="nodeVertAlign" val="t"/>
        </dgm:alg>
      </dgm:else>
    </dgm:choose>
    <dgm:shape xmlns:r="http://schemas.openxmlformats.org/officeDocument/2006/relationships" r:blip="">
      <dgm:adjLst/>
    </dgm:shape>
    <dgm:presOf/>
    <dgm:constrLst>
      <dgm:constr type="w" for="ch" forName="circle" refType="w" fact="0.5"/>
      <dgm:constr type="w" for="ch" forName="vertFlow" refType="w" fact="0.75"/>
      <dgm:constr type="h" for="des" forName="firstComp" refType="w" refFor="ch" refForName="vertFlow" fact="0.667"/>
      <dgm:constr type="h" for="des" forName="comp" refType="h" refFor="des" refForName="firstComp" op="equ"/>
      <dgm:constr type="h" for="des" forName="topSpace" refType="w" refFor="ch" refForName="circle" op="equ" fact="0.4"/>
      <dgm:constr type="w" for="ch" forName="posSpace" refType="w" fact="0.4"/>
      <dgm:constr type="w" for="ch" forName="negSpace" refType="w" fact="-1.15"/>
      <dgm:constr type="w" for="ch" forName="transSpace" refType="w" fact="0.75"/>
      <dgm:constr type="primFontSz" for="ch" forName="circle" op="equ" val="65"/>
      <dgm:constr type="primFontSz" for="des" forName="firstChildTx" val="65"/>
      <dgm:constr type="primFontSz" for="des" forName="childTx" refType="primFontSz" refFor="des" refForName="firstChildTx" op="equ"/>
    </dgm:constrLst>
    <dgm:ruleLst/>
    <dgm:forEach name="Name3" axis="ch" ptType="node">
      <dgm:layoutNode name="posSpace">
        <dgm:alg type="sp"/>
        <dgm:shape xmlns:r="http://schemas.openxmlformats.org/officeDocument/2006/relationships" r:blip="">
          <dgm:adjLst/>
        </dgm:shape>
        <dgm:presOf/>
        <dgm:constrLst/>
        <dgm:ruleLst/>
      </dgm:layoutNode>
      <dgm:layoutNode name="vertFlow">
        <dgm:alg type="lin">
          <dgm:param type="linDir" val="fromT"/>
        </dgm:alg>
        <dgm:shape xmlns:r="http://schemas.openxmlformats.org/officeDocument/2006/relationships" r:blip="">
          <dgm:adjLst/>
        </dgm:shape>
        <dgm:presOf/>
        <dgm:constrLst>
          <dgm:constr type="w" for="ch" forName="firstComp" refType="w"/>
          <dgm:constr type="w" for="ch" forName="comp" refType="w"/>
        </dgm:constrLst>
        <dgm:ruleLst/>
        <dgm:layoutNode name="topSpace">
          <dgm:alg type="sp"/>
          <dgm:shape xmlns:r="http://schemas.openxmlformats.org/officeDocument/2006/relationships" r:blip="">
            <dgm:adjLst/>
          </dgm:shape>
          <dgm:presOf/>
          <dgm:constrLst/>
          <dgm:ruleLst/>
        </dgm:layoutNode>
        <dgm:layoutNode name="firstComp">
          <dgm:alg type="composite"/>
          <dgm:shape xmlns:r="http://schemas.openxmlformats.org/officeDocument/2006/relationships" r:blip="">
            <dgm:adjLst/>
          </dgm:shape>
          <dgm:presOf/>
          <dgm:choose name="Name4">
            <dgm:if name="Name5" func="var" arg="dir" op="equ" val="norm">
              <dgm:constrLst>
                <dgm:constr type="l" for="ch" forName="firstChild"/>
                <dgm:constr type="t" for="ch" forName="firstChild"/>
                <dgm:constr type="w" for="ch" forName="firstChild" refType="w"/>
                <dgm:constr type="h" for="ch" forName="firstChild" refType="h"/>
                <dgm:constr type="l" for="ch" forName="firstChildTx" refType="w" fact="0.16"/>
                <dgm:constr type="r" for="ch" forName="firstChildTx" refType="w"/>
                <dgm:constr type="h" for="ch" forName="firstChildTx" refFor="ch" refForName="firstChild" op="equ"/>
              </dgm:constrLst>
            </dgm:if>
            <dgm:else name="Name6">
              <dgm:constrLst>
                <dgm:constr type="l" for="ch" forName="firstChild"/>
                <dgm:constr type="t" for="ch" forName="firstChild"/>
                <dgm:constr type="w" for="ch" forName="firstChild" refType="w"/>
                <dgm:constr type="h" for="ch" forName="firstChild" refType="h"/>
                <dgm:constr type="l" for="ch" forName="firstChildTx"/>
                <dgm:constr type="r" for="ch" forName="firstChildTx" refType="w" fact="0.825"/>
                <dgm:constr type="h" for="ch" forName="firstChildTx" refFor="ch" refForName="firstChild" op="equ"/>
              </dgm:constrLst>
            </dgm:else>
          </dgm:choose>
          <dgm:ruleLst/>
          <dgm:layoutNode name="firstChild" styleLbl="bgAccFollowNode1">
            <dgm:alg type="sp"/>
            <dgm:shape xmlns:r="http://schemas.openxmlformats.org/officeDocument/2006/relationships" type="rect" r:blip="">
              <dgm:adjLst/>
            </dgm:shape>
            <dgm:presOf axis="ch desOrSelf" ptType="node node" cnt="1 0"/>
            <dgm:constrLst/>
            <dgm:ruleLst/>
          </dgm:layoutNode>
          <dgm:layoutNode name="firstChildTx" styleLbl="bgAccFollowNode1">
            <dgm:varLst>
              <dgm:bulletEnabled val="1"/>
            </dgm:varLst>
            <dgm:alg type="tx">
              <dgm:param type="parTxLTRAlign" val="l"/>
            </dgm:alg>
            <dgm:shape xmlns:r="http://schemas.openxmlformats.org/officeDocument/2006/relationships" type="rect" r:blip="" hideGeom="1">
              <dgm:adjLst/>
            </dgm:shape>
            <dgm:presOf axis="ch desOrSelf" ptType="node node" cnt="1 0"/>
            <dgm:choose name="Name7">
              <dgm:if name="Name8" func="var" arg="dir" op="equ" val="norm">
                <dgm:constrLst>
                  <dgm:constr type="primFontSz" val="65"/>
                  <dgm:constr type="lMarg"/>
                </dgm:constrLst>
              </dgm:if>
              <dgm:else name="Name9">
                <dgm:constrLst>
                  <dgm:constr type="primFontSz" val="65"/>
                  <dgm:constr type="rMarg"/>
                </dgm:constrLst>
              </dgm:else>
            </dgm:choose>
            <dgm:ruleLst>
              <dgm:rule type="primFontSz" val="5" fact="NaN" max="NaN"/>
            </dgm:ruleLst>
          </dgm:layoutNode>
        </dgm:layoutNode>
        <dgm:forEach name="Name10" axis="ch" ptType="node" st="2">
          <dgm:layoutNode name="comp">
            <dgm:alg type="composite"/>
            <dgm:shape xmlns:r="http://schemas.openxmlformats.org/officeDocument/2006/relationships" r:blip="">
              <dgm:adjLst/>
            </dgm:shape>
            <dgm:presOf/>
            <dgm:choose name="Name11">
              <dgm:if name="Name12" func="var" arg="dir" op="equ" val="norm">
                <dgm:constrLst>
                  <dgm:constr type="l" for="ch" forName="child"/>
                  <dgm:constr type="t" for="ch" forName="child"/>
                  <dgm:constr type="w" for="ch" forName="child" refType="w"/>
                  <dgm:constr type="h" for="ch" forName="child" refType="h"/>
                  <dgm:constr type="l" for="ch" forName="childTx" refType="w" fact="0.16"/>
                  <dgm:constr type="r" for="ch" forName="childTx" refType="w"/>
                  <dgm:constr type="h" for="ch" forName="childTx" refFor="ch" refForName="child" op="equ"/>
                </dgm:constrLst>
              </dgm:if>
              <dgm:else name="Name13">
                <dgm:constrLst>
                  <dgm:constr type="l" for="ch" forName="child"/>
                  <dgm:constr type="t" for="ch" forName="child"/>
                  <dgm:constr type="w" for="ch" forName="child" refType="w"/>
                  <dgm:constr type="h" for="ch" forName="child" refType="h"/>
                  <dgm:constr type="l" for="ch" forName="childTx"/>
                  <dgm:constr type="r" for="ch" forName="childTx" refType="w" fact="0.825"/>
                  <dgm:constr type="h" for="ch" forName="childTx" refFor="ch" refForName="child" op="equ"/>
                </dgm:constrLst>
              </dgm:else>
            </dgm:choose>
            <dgm:ruleLst/>
            <dgm:layoutNode name="child" styleLbl="bgAccFollowNode1">
              <dgm:alg type="sp"/>
              <dgm:shape xmlns:r="http://schemas.openxmlformats.org/officeDocument/2006/relationships" type="rect" r:blip="">
                <dgm:adjLst/>
              </dgm:shape>
              <dgm:presOf axis="desOrSelf" ptType="node"/>
              <dgm:constrLst/>
              <dgm:ruleLst/>
            </dgm:layoutNode>
            <dgm:layoutNode name="childTx" styleLbl="bgAccFollowNode1">
              <dgm:varLst>
                <dgm:bulletEnabled val="1"/>
              </dgm:varLst>
              <dgm:alg type="tx">
                <dgm:param type="parTxLTRAlign" val="l"/>
              </dgm:alg>
              <dgm:shape xmlns:r="http://schemas.openxmlformats.org/officeDocument/2006/relationships" type="rect" r:blip="" hideGeom="1">
                <dgm:adjLst/>
              </dgm:shape>
              <dgm:presOf axis="desOrSelf" ptType="node"/>
              <dgm:choose name="Name14">
                <dgm:if name="Name15" func="var" arg="dir" op="equ" val="norm">
                  <dgm:constrLst>
                    <dgm:constr type="primFontSz" val="65"/>
                    <dgm:constr type="lMarg"/>
                  </dgm:constrLst>
                </dgm:if>
                <dgm:else name="Name16">
                  <dgm:constrLst>
                    <dgm:constr type="primFontSz" val="65"/>
                    <dgm:constr type="rMarg"/>
                  </dgm:constrLst>
                </dgm:else>
              </dgm:choose>
              <dgm:ruleLst>
                <dgm:rule type="primFontSz" val="5" fact="NaN" max="NaN"/>
              </dgm:ruleLst>
            </dgm:layoutNode>
          </dgm:layoutNode>
        </dgm:forEach>
      </dgm:layoutNode>
      <dgm:layoutNode name="negSpace">
        <dgm:alg type="sp"/>
        <dgm:shape xmlns:r="http://schemas.openxmlformats.org/officeDocument/2006/relationships" r:blip="">
          <dgm:adjLst/>
        </dgm:shape>
        <dgm:presOf/>
        <dgm:constrLst/>
        <dgm:ruleLst/>
      </dgm:layoutNode>
      <dgm:layoutNode name="circle" styleLbl="node1">
        <dgm:alg type="tx"/>
        <dgm:shape xmlns:r="http://schemas.openxmlformats.org/officeDocument/2006/relationships" type="ellipse" r:blip="">
          <dgm:adjLst/>
        </dgm:shape>
        <dgm:presOf axis="self"/>
        <dgm:constrLst>
          <dgm:constr type="lMarg"/>
          <dgm:constr type="rMarg"/>
          <dgm:constr type="tMarg"/>
          <dgm:constr type="bMarg"/>
          <dgm:constr type="h" refType="w"/>
        </dgm:constrLst>
        <dgm:ruleLst>
          <dgm:rule type="primFontSz" val="5" fact="NaN" max="NaN"/>
        </dgm:ruleLst>
      </dgm:layoutNode>
      <dgm:forEach name="Name17" axis="followSib" ptType="sibTrans" cnt="1">
        <dgm:layoutNode name="trans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774423" y="802298"/>
            <a:ext cx="8637073" cy="2920713"/>
          </a:xfrm>
        </p:spPr>
        <p:txBody>
          <a:bodyPr bIns="0" anchor="b">
            <a:normAutofit/>
          </a:bodyPr>
          <a:lstStyle>
            <a:lvl1pPr algn="ctr">
              <a:defRPr sz="6600"/>
            </a:lvl1pPr>
          </a:lstStyle>
          <a:p>
            <a:r>
              <a:rPr lang="zh-CN" altLang="en-US"/>
              <a:t>单击此处编辑母版标题样式</a:t>
            </a:r>
            <a:endParaRPr lang="en-US" dirty="0"/>
          </a:p>
        </p:txBody>
      </p:sp>
      <p:sp>
        <p:nvSpPr>
          <p:cNvPr id="3" name="Subtitle 2"/>
          <p:cNvSpPr>
            <a:spLocks noGrp="1"/>
          </p:cNvSpPr>
          <p:nvPr>
            <p:ph type="subTitle" idx="1"/>
          </p:nvPr>
        </p:nvSpPr>
        <p:spPr>
          <a:xfrm>
            <a:off x="1774424" y="3724074"/>
            <a:ext cx="8637072" cy="977621"/>
          </a:xfrm>
        </p:spPr>
        <p:txBody>
          <a:bodyPr tIns="91440" bIns="91440">
            <a:normAutofit/>
          </a:bodyPr>
          <a:lstStyle>
            <a:lvl1pPr marL="0" indent="0" algn="ctr">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80C0E378-0C93-4A8D-AF10-A8AD8E9F7661}" type="datetimeFigureOut">
              <a:rPr lang="zh-CN" altLang="en-US" smtClean="0"/>
              <a:t>2018/12/9</a:t>
            </a:fld>
            <a:endParaRPr lang="zh-CN" altLang="en-US"/>
          </a:p>
        </p:txBody>
      </p:sp>
      <p:sp>
        <p:nvSpPr>
          <p:cNvPr id="5" name="Footer Placeholder 4"/>
          <p:cNvSpPr>
            <a:spLocks noGrp="1"/>
          </p:cNvSpPr>
          <p:nvPr>
            <p:ph type="ftr" sz="quarter" idx="11"/>
          </p:nvPr>
        </p:nvSpPr>
        <p:spPr>
          <a:xfrm>
            <a:off x="1451579" y="329307"/>
            <a:ext cx="5626774" cy="309201"/>
          </a:xfrm>
        </p:spPr>
        <p:txBody>
          <a:bodyPr/>
          <a:lstStyle/>
          <a:p>
            <a:endParaRPr lang="zh-CN" altLang="en-US"/>
          </a:p>
        </p:txBody>
      </p:sp>
      <p:sp>
        <p:nvSpPr>
          <p:cNvPr id="6" name="Slide Number Placeholder 5"/>
          <p:cNvSpPr>
            <a:spLocks noGrp="1"/>
          </p:cNvSpPr>
          <p:nvPr>
            <p:ph type="sldNum" sz="quarter" idx="12"/>
          </p:nvPr>
        </p:nvSpPr>
        <p:spPr>
          <a:xfrm>
            <a:off x="476834" y="798973"/>
            <a:ext cx="811019" cy="503578"/>
          </a:xfrm>
        </p:spPr>
        <p:txBody>
          <a:bodyPr/>
          <a:lstStyle/>
          <a:p>
            <a:fld id="{248D669E-5CEA-4261-B439-0B3ADA7CB46E}" type="slidenum">
              <a:rPr lang="zh-CN" altLang="en-US" smtClean="0"/>
              <a:t>‹#›</a:t>
            </a:fld>
            <a:endParaRPr lang="zh-CN" altLang="en-US"/>
          </a:p>
        </p:txBody>
      </p:sp>
    </p:spTree>
    <p:extLst>
      <p:ext uri="{BB962C8B-B14F-4D97-AF65-F5344CB8AC3E}">
        <p14:creationId xmlns:p14="http://schemas.microsoft.com/office/powerpoint/2010/main" val="12433448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ncho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80C0E378-0C93-4A8D-AF10-A8AD8E9F7661}" type="datetimeFigureOut">
              <a:rPr lang="zh-CN" altLang="en-US" smtClean="0"/>
              <a:t>2018/12/9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48D669E-5CEA-4261-B439-0B3ADA7CB46E}" type="slidenum">
              <a:rPr lang="zh-CN" altLang="en-US" smtClean="0"/>
              <a:t>‹#›</a:t>
            </a:fld>
            <a:endParaRPr lang="zh-CN" altLang="en-US"/>
          </a:p>
        </p:txBody>
      </p:sp>
    </p:spTree>
    <p:extLst>
      <p:ext uri="{BB962C8B-B14F-4D97-AF65-F5344CB8AC3E}">
        <p14:creationId xmlns:p14="http://schemas.microsoft.com/office/powerpoint/2010/main" val="18659023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1774423" y="1756130"/>
            <a:ext cx="8643154" cy="1969007"/>
          </a:xfrm>
        </p:spPr>
        <p:txBody>
          <a:bodyPr anchor="b">
            <a:normAutofit/>
          </a:bodyPr>
          <a:lstStyle>
            <a:lvl1pPr algn="ctr">
              <a:defRPr sz="3600"/>
            </a:lvl1pPr>
          </a:lstStyle>
          <a:p>
            <a:r>
              <a:rPr lang="zh-CN" altLang="en-US"/>
              <a:t>单击此处编辑母版标题样式</a:t>
            </a:r>
            <a:endParaRPr lang="en-US" dirty="0"/>
          </a:p>
        </p:txBody>
      </p:sp>
      <p:sp>
        <p:nvSpPr>
          <p:cNvPr id="3" name="Text Placeholder 2"/>
          <p:cNvSpPr>
            <a:spLocks noGrp="1"/>
          </p:cNvSpPr>
          <p:nvPr>
            <p:ph type="body" idx="1"/>
          </p:nvPr>
        </p:nvSpPr>
        <p:spPr>
          <a:xfrm>
            <a:off x="1774423" y="3725137"/>
            <a:ext cx="8643154" cy="1093987"/>
          </a:xfrm>
        </p:spPr>
        <p:txBody>
          <a:bodyPr tIns="91440">
            <a:normAutofit/>
          </a:bodyPr>
          <a:lstStyle>
            <a:lvl1pPr marL="0" indent="0" algn="ct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80C0E378-0C93-4A8D-AF10-A8AD8E9F7661}" type="datetimeFigureOut">
              <a:rPr lang="zh-CN" altLang="en-US" smtClean="0"/>
              <a:t>2018/12/9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48D669E-5CEA-4261-B439-0B3ADA7CB46E}" type="slidenum">
              <a:rPr lang="zh-CN" altLang="en-US" smtClean="0"/>
              <a:t>‹#›</a:t>
            </a:fld>
            <a:endParaRPr lang="zh-CN" altLang="en-US"/>
          </a:p>
        </p:txBody>
      </p:sp>
    </p:spTree>
    <p:extLst>
      <p:ext uri="{BB962C8B-B14F-4D97-AF65-F5344CB8AC3E}">
        <p14:creationId xmlns:p14="http://schemas.microsoft.com/office/powerpoint/2010/main" val="2551102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293577" cy="1059305"/>
          </a:xfrm>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1447331" y="2010878"/>
            <a:ext cx="4488654" cy="344859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6254140" y="2017343"/>
            <a:ext cx="4488654" cy="344152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80C0E378-0C93-4A8D-AF10-A8AD8E9F7661}" type="datetimeFigureOut">
              <a:rPr lang="zh-CN" altLang="en-US" smtClean="0"/>
              <a:t>2018/12/9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248D669E-5CEA-4261-B439-0B3ADA7CB46E}" type="slidenum">
              <a:rPr lang="zh-CN" altLang="en-US" smtClean="0"/>
              <a:t>‹#›</a:t>
            </a:fld>
            <a:endParaRPr lang="zh-CN" altLang="en-US"/>
          </a:p>
        </p:txBody>
      </p:sp>
    </p:spTree>
    <p:extLst>
      <p:ext uri="{BB962C8B-B14F-4D97-AF65-F5344CB8AC3E}">
        <p14:creationId xmlns:p14="http://schemas.microsoft.com/office/powerpoint/2010/main" val="20916963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295603" cy="1056319"/>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1447191" y="2019549"/>
            <a:ext cx="4488794"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p:nvPr>
        </p:nvSpPr>
        <p:spPr>
          <a:xfrm>
            <a:off x="1447191" y="2824269"/>
            <a:ext cx="4488794" cy="2644457"/>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6256025" y="2023003"/>
            <a:ext cx="4488794"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p:nvPr>
        </p:nvSpPr>
        <p:spPr>
          <a:xfrm>
            <a:off x="6256025" y="2821491"/>
            <a:ext cx="4488794" cy="2637371"/>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80C0E378-0C93-4A8D-AF10-A8AD8E9F7661}" type="datetimeFigureOut">
              <a:rPr lang="zh-CN" altLang="en-US" smtClean="0"/>
              <a:t>2018/12/9</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248D669E-5CEA-4261-B439-0B3ADA7CB46E}" type="slidenum">
              <a:rPr lang="zh-CN" altLang="en-US" smtClean="0"/>
              <a:t>‹#›</a:t>
            </a:fld>
            <a:endParaRPr lang="zh-CN" altLang="en-US"/>
          </a:p>
        </p:txBody>
      </p:sp>
    </p:spTree>
    <p:extLst>
      <p:ext uri="{BB962C8B-B14F-4D97-AF65-F5344CB8AC3E}">
        <p14:creationId xmlns:p14="http://schemas.microsoft.com/office/powerpoint/2010/main" val="34640971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80C0E378-0C93-4A8D-AF10-A8AD8E9F7661}" type="datetimeFigureOut">
              <a:rPr lang="zh-CN" altLang="en-US" smtClean="0"/>
              <a:t>2018/12/9</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248D669E-5CEA-4261-B439-0B3ADA7CB46E}" type="slidenum">
              <a:rPr lang="zh-CN" altLang="en-US" smtClean="0"/>
              <a:t>‹#›</a:t>
            </a:fld>
            <a:endParaRPr lang="zh-CN" altLang="en-US"/>
          </a:p>
        </p:txBody>
      </p:sp>
    </p:spTree>
    <p:extLst>
      <p:ext uri="{BB962C8B-B14F-4D97-AF65-F5344CB8AC3E}">
        <p14:creationId xmlns:p14="http://schemas.microsoft.com/office/powerpoint/2010/main" val="32649025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0C0E378-0C93-4A8D-AF10-A8AD8E9F7661}" type="datetimeFigureOut">
              <a:rPr lang="zh-CN" altLang="en-US" smtClean="0"/>
              <a:t>2018/12/9</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248D669E-5CEA-4261-B439-0B3ADA7CB46E}" type="slidenum">
              <a:rPr lang="zh-CN" altLang="en-US" smtClean="0"/>
              <a:t>‹#›</a:t>
            </a:fld>
            <a:endParaRPr lang="zh-CN" altLang="en-US"/>
          </a:p>
        </p:txBody>
      </p:sp>
    </p:spTree>
    <p:extLst>
      <p:ext uri="{BB962C8B-B14F-4D97-AF65-F5344CB8AC3E}">
        <p14:creationId xmlns:p14="http://schemas.microsoft.com/office/powerpoint/2010/main" val="37302817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2961967" cy="2406518"/>
          </a:xfrm>
        </p:spPr>
        <p:txBody>
          <a:bodyPr anchor="b">
            <a:normAutofit/>
          </a:bodyPr>
          <a:lstStyle>
            <a:lvl1pPr algn="l">
              <a:defRPr sz="2400"/>
            </a:lvl1pPr>
          </a:lstStyle>
          <a:p>
            <a:r>
              <a:rPr lang="zh-CN" altLang="en-US"/>
              <a:t>单击此处编辑母版标题样式</a:t>
            </a:r>
            <a:endParaRPr lang="en-US" dirty="0"/>
          </a:p>
        </p:txBody>
      </p:sp>
      <p:sp>
        <p:nvSpPr>
          <p:cNvPr id="3" name="Content Placeholder 2"/>
          <p:cNvSpPr>
            <a:spLocks noGrp="1"/>
          </p:cNvSpPr>
          <p:nvPr>
            <p:ph idx="1"/>
          </p:nvPr>
        </p:nvSpPr>
        <p:spPr>
          <a:xfrm>
            <a:off x="4730324" y="798974"/>
            <a:ext cx="6012470" cy="4658826"/>
          </a:xfrm>
        </p:spPr>
        <p:txBody>
          <a:bodyPr anchor="ct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1444671" y="3205491"/>
            <a:ext cx="2961967"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80C0E378-0C93-4A8D-AF10-A8AD8E9F7661}" type="datetimeFigureOut">
              <a:rPr lang="zh-CN" altLang="en-US" smtClean="0"/>
              <a:t>2018/12/9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248D669E-5CEA-4261-B439-0B3ADA7CB46E}" type="slidenum">
              <a:rPr lang="zh-CN" altLang="en-US" smtClean="0"/>
              <a:t>‹#›</a:t>
            </a:fld>
            <a:endParaRPr lang="zh-CN" altLang="en-US"/>
          </a:p>
        </p:txBody>
      </p:sp>
    </p:spTree>
    <p:extLst>
      <p:ext uri="{BB962C8B-B14F-4D97-AF65-F5344CB8AC3E}">
        <p14:creationId xmlns:p14="http://schemas.microsoft.com/office/powerpoint/2010/main" val="34650007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grpSp>
        <p:nvGrpSpPr>
          <p:cNvPr id="9" name="Group 8"/>
          <p:cNvGrpSpPr/>
          <p:nvPr/>
        </p:nvGrpSpPr>
        <p:grpSpPr>
          <a:xfrm>
            <a:off x="7477387" y="482170"/>
            <a:ext cx="4074533" cy="5149101"/>
            <a:chOff x="7477387" y="482170"/>
            <a:chExt cx="4074533" cy="5149101"/>
          </a:xfrm>
        </p:grpSpPr>
        <p:sp>
          <p:nvSpPr>
            <p:cNvPr id="18" name="Rectangle 17"/>
            <p:cNvSpPr/>
            <p:nvPr/>
          </p:nvSpPr>
          <p:spPr>
            <a:xfrm>
              <a:off x="7477387" y="482170"/>
              <a:ext cx="4074533" cy="5149101"/>
            </a:xfrm>
            <a:prstGeom prst="rect">
              <a:avLst/>
            </a:prstGeom>
            <a:blipFill dpi="0" rotWithShape="1">
              <a:blip r:embed="rId2">
                <a:alphaModFix amt="30000"/>
              </a:blip>
              <a:srcRect/>
              <a:tile tx="0" ty="0" sx="100000" sy="100000" flip="none" algn="ctr"/>
            </a:blip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extrusionH="76200" contourW="12700" prstMaterial="matte">
              <a:bevelT w="152400" h="50800" prst="softRound"/>
              <a:extrusionClr>
                <a:schemeClr val="tx2"/>
              </a:extrusionClr>
              <a:contourClr>
                <a:schemeClr val="bg2"/>
              </a:contourClr>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90446" y="812506"/>
              <a:ext cx="3450289" cy="4466452"/>
            </a:xfrm>
            <a:prstGeom prst="rect">
              <a:avLst/>
            </a:prstGeom>
            <a:gradFill>
              <a:gsLst>
                <a:gs pos="0">
                  <a:srgbClr val="DADADA"/>
                </a:gs>
                <a:gs pos="100000">
                  <a:srgbClr val="FFFFFE"/>
                </a:gs>
              </a:gsLst>
              <a:lin ang="16200000" scaled="0"/>
            </a:gradFill>
            <a:ln w="38100" cmpd="sng">
              <a:solidFill>
                <a:schemeClr val="tx2">
                  <a:lumMod val="25000"/>
                </a:schemeClr>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2"/>
            <a:ext cx="5532328" cy="1922299"/>
          </a:xfrm>
        </p:spPr>
        <p:txBody>
          <a:bodyPr anchor="b">
            <a:normAutofit/>
          </a:bodyPr>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50000"/>
              <a:lumOff val="50000"/>
              <a:alpha val="80000"/>
            </a:schemeClr>
          </a:solidFill>
          <a:ln w="9525" cap="sq">
            <a:noFill/>
            <a:miter lim="800000"/>
          </a:ln>
          <a:effectLst/>
        </p:spPr>
        <p:txBody>
          <a:bodyPr vert="horz" lIns="91440" tIns="45720" rIns="91440" bIns="45720" rtlCol="0" anchor="t">
            <a:normAutofit/>
          </a:bodyPr>
          <a:lstStyle>
            <a:lvl1pPr>
              <a:defRPr lang="en-US" sz="3200" dirty="0"/>
            </a:lvl1pPr>
          </a:lstStyle>
          <a:p>
            <a:pPr lvl="0" algn="ctr"/>
            <a:r>
              <a:rPr lang="zh-CN" altLang="en-US"/>
              <a:t>单击图标添加图片</a:t>
            </a:r>
            <a:endParaRPr lang="en-US" dirty="0"/>
          </a:p>
        </p:txBody>
      </p:sp>
      <p:sp>
        <p:nvSpPr>
          <p:cNvPr id="4" name="Text Placeholder 3"/>
          <p:cNvSpPr>
            <a:spLocks noGrp="1"/>
          </p:cNvSpPr>
          <p:nvPr>
            <p:ph type="body" sz="half" idx="2"/>
          </p:nvPr>
        </p:nvSpPr>
        <p:spPr>
          <a:xfrm>
            <a:off x="1450329" y="3059600"/>
            <a:ext cx="5524404" cy="2090134"/>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80C0E378-0C93-4A8D-AF10-A8AD8E9F7661}" type="datetimeFigureOut">
              <a:rPr lang="zh-CN" altLang="en-US" smtClean="0"/>
              <a:t>2018/12/9</a:t>
            </a:fld>
            <a:endParaRPr lang="zh-CN" altLang="en-US"/>
          </a:p>
        </p:txBody>
      </p:sp>
      <p:sp>
        <p:nvSpPr>
          <p:cNvPr id="6" name="Footer Placeholder 5"/>
          <p:cNvSpPr>
            <a:spLocks noGrp="1"/>
          </p:cNvSpPr>
          <p:nvPr>
            <p:ph type="ftr" sz="quarter" idx="11"/>
          </p:nvPr>
        </p:nvSpPr>
        <p:spPr>
          <a:xfrm>
            <a:off x="1447382" y="318640"/>
            <a:ext cx="5541004" cy="320931"/>
          </a:xfrm>
        </p:spPr>
        <p:txBody>
          <a:bodyPr/>
          <a:lstStyle/>
          <a:p>
            <a:endParaRPr lang="zh-CN" altLang="en-US"/>
          </a:p>
        </p:txBody>
      </p:sp>
      <p:sp>
        <p:nvSpPr>
          <p:cNvPr id="7" name="Slide Number Placeholder 6"/>
          <p:cNvSpPr>
            <a:spLocks noGrp="1"/>
          </p:cNvSpPr>
          <p:nvPr>
            <p:ph type="sldNum" sz="quarter" idx="12"/>
          </p:nvPr>
        </p:nvSpPr>
        <p:spPr/>
        <p:txBody>
          <a:bodyPr/>
          <a:lstStyle/>
          <a:p>
            <a:fld id="{248D669E-5CEA-4261-B439-0B3ADA7CB46E}" type="slidenum">
              <a:rPr lang="zh-CN" altLang="en-US" smtClean="0"/>
              <a:t>‹#›</a:t>
            </a:fld>
            <a:endParaRPr lang="zh-CN" altLang="en-US"/>
          </a:p>
        </p:txBody>
      </p:sp>
    </p:spTree>
    <p:extLst>
      <p:ext uri="{BB962C8B-B14F-4D97-AF65-F5344CB8AC3E}">
        <p14:creationId xmlns:p14="http://schemas.microsoft.com/office/powerpoint/2010/main" val="2445312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80C0E378-0C93-4A8D-AF10-A8AD8E9F7661}" type="datetimeFigureOut">
              <a:rPr lang="zh-CN" altLang="en-US" smtClean="0"/>
              <a:t>2018/12/9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48D669E-5CEA-4261-B439-0B3ADA7CB46E}" type="slidenum">
              <a:rPr lang="zh-CN" altLang="en-US" smtClean="0"/>
              <a:t>‹#›</a:t>
            </a:fld>
            <a:endParaRPr lang="zh-CN" altLang="en-US"/>
          </a:p>
        </p:txBody>
      </p:sp>
    </p:spTree>
    <p:extLst>
      <p:ext uri="{BB962C8B-B14F-4D97-AF65-F5344CB8AC3E}">
        <p14:creationId xmlns:p14="http://schemas.microsoft.com/office/powerpoint/2010/main" val="30529498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7052" y="798973"/>
            <a:ext cx="1615742" cy="4659889"/>
          </a:xfrm>
        </p:spPr>
        <p:txBody>
          <a:bodyPr vert="eaVert"/>
          <a:lstStyle>
            <a:lvl1pPr algn="l">
              <a:defRPr/>
            </a:lvl1pP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1444672" y="798973"/>
            <a:ext cx="7518654" cy="4659889"/>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80C0E378-0C93-4A8D-AF10-A8AD8E9F7661}" type="datetimeFigureOut">
              <a:rPr lang="zh-CN" altLang="en-US" smtClean="0"/>
              <a:t>2018/12/9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48D669E-5CEA-4261-B439-0B3ADA7CB46E}" type="slidenum">
              <a:rPr lang="zh-CN" altLang="en-US" smtClean="0"/>
              <a:t>‹#›</a:t>
            </a:fld>
            <a:endParaRPr lang="zh-CN" altLang="en-US"/>
          </a:p>
        </p:txBody>
      </p:sp>
    </p:spTree>
    <p:extLst>
      <p:ext uri="{BB962C8B-B14F-4D97-AF65-F5344CB8AC3E}">
        <p14:creationId xmlns:p14="http://schemas.microsoft.com/office/powerpoint/2010/main" val="4082045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51579" y="804519"/>
            <a:ext cx="9291215" cy="1049235"/>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1451579" y="2015732"/>
            <a:ext cx="9291215" cy="345061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242079"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80C0E378-0C93-4A8D-AF10-A8AD8E9F7661}" type="datetimeFigureOut">
              <a:rPr lang="zh-CN" altLang="en-US" smtClean="0"/>
              <a:t>2018/12/9</a:t>
            </a:fld>
            <a:endParaRPr lang="zh-CN" altLang="en-US"/>
          </a:p>
        </p:txBody>
      </p:sp>
      <p:sp>
        <p:nvSpPr>
          <p:cNvPr id="5" name="Footer Placeholder 4"/>
          <p:cNvSpPr>
            <a:spLocks noGrp="1"/>
          </p:cNvSpPr>
          <p:nvPr>
            <p:ph type="ftr" sz="quarter" idx="3"/>
          </p:nvPr>
        </p:nvSpPr>
        <p:spPr>
          <a:xfrm>
            <a:off x="1451579" y="329307"/>
            <a:ext cx="5626774"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248D669E-5CEA-4261-B439-0B3ADA7CB46E}" type="slidenum">
              <a:rPr lang="zh-CN" altLang="en-US" smtClean="0"/>
              <a:t>‹#›</a:t>
            </a:fld>
            <a:endParaRPr lang="zh-CN" altLang="en-US"/>
          </a:p>
        </p:txBody>
      </p:sp>
      <p:sp>
        <p:nvSpPr>
          <p:cNvPr id="9" name="Rectangle 8"/>
          <p:cNvSpPr/>
          <p:nvPr/>
        </p:nvSpPr>
        <p:spPr>
          <a:xfrm>
            <a:off x="0" y="3622291"/>
            <a:ext cx="12192000" cy="2505984"/>
          </a:xfrm>
          <a:prstGeom prst="rect">
            <a:avLst/>
          </a:prstGeom>
          <a:gradFill flip="none" rotWithShape="1">
            <a:gsLst>
              <a:gs pos="0">
                <a:schemeClr val="bg2">
                  <a:alpha val="0"/>
                </a:schemeClr>
              </a:gs>
              <a:gs pos="100000">
                <a:schemeClr val="bg2">
                  <a:alpha val="80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10" name="Picture 9"/>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a:xfrm>
            <a:off x="0" y="6129338"/>
            <a:ext cx="12192000" cy="742950"/>
          </a:xfrm>
          <a:prstGeom prst="rect">
            <a:avLst/>
          </a:prstGeom>
        </p:spPr>
      </p:pic>
      <p:cxnSp>
        <p:nvCxnSpPr>
          <p:cNvPr id="12" name="Straight Connector 11"/>
          <p:cNvCxnSpPr/>
          <p:nvPr/>
        </p:nvCxnSpPr>
        <p:spPr>
          <a:xfrm>
            <a:off x="0" y="6138142"/>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8860754"/>
      </p:ext>
    </p:extLst>
  </p:cSld>
  <p:clrMap bg1="dk1" tx1="lt1" bg2="dk2" tx2="lt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xStyles>
    <p:titleStyle>
      <a:lvl1pPr algn="ctr" defTabSz="914400" rtl="0" eaLnBrk="1" latinLnBrk="0" hangingPunct="1">
        <a:lnSpc>
          <a:spcPct val="90000"/>
        </a:lnSpc>
        <a:spcBef>
          <a:spcPct val="0"/>
        </a:spcBef>
        <a:buNone/>
        <a:defRPr sz="3200" b="0" i="0" kern="1200" cap="all">
          <a:solidFill>
            <a:schemeClr val="accent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5DCB20-97F6-4F41-B20E-F21C9D10BD9D}"/>
              </a:ext>
            </a:extLst>
          </p:cNvPr>
          <p:cNvSpPr>
            <a:spLocks noGrp="1"/>
          </p:cNvSpPr>
          <p:nvPr>
            <p:ph type="ctrTitle"/>
          </p:nvPr>
        </p:nvSpPr>
        <p:spPr>
          <a:xfrm>
            <a:off x="2944992" y="356781"/>
            <a:ext cx="6302015" cy="1064209"/>
          </a:xfrm>
        </p:spPr>
        <p:txBody>
          <a:bodyPr>
            <a:normAutofit/>
          </a:bodyPr>
          <a:lstStyle/>
          <a:p>
            <a:pPr algn="ctr"/>
            <a:r>
              <a:rPr lang="zh-CN" altLang="en-US" sz="4400" b="1" dirty="0">
                <a:latin typeface="宋体" panose="02010600030101010101" pitchFamily="2" charset="-122"/>
                <a:ea typeface="宋体" panose="02010600030101010101" pitchFamily="2" charset="-122"/>
              </a:rPr>
              <a:t>参数有效性检验</a:t>
            </a:r>
            <a:endParaRPr lang="zh-CN" altLang="en-US" sz="4400" dirty="0">
              <a:latin typeface="宋体" panose="02010600030101010101" pitchFamily="2" charset="-122"/>
              <a:ea typeface="宋体" panose="02010600030101010101" pitchFamily="2" charset="-122"/>
            </a:endParaRPr>
          </a:p>
        </p:txBody>
      </p:sp>
      <p:sp>
        <p:nvSpPr>
          <p:cNvPr id="3" name="副标题 2">
            <a:extLst>
              <a:ext uri="{FF2B5EF4-FFF2-40B4-BE49-F238E27FC236}">
                <a16:creationId xmlns:a16="http://schemas.microsoft.com/office/drawing/2014/main" id="{22008EB2-D92C-4E8A-84C2-CCF92A36961D}"/>
              </a:ext>
            </a:extLst>
          </p:cNvPr>
          <p:cNvSpPr>
            <a:spLocks noGrp="1"/>
          </p:cNvSpPr>
          <p:nvPr>
            <p:ph type="subTitle" idx="1"/>
          </p:nvPr>
        </p:nvSpPr>
        <p:spPr>
          <a:xfrm>
            <a:off x="1692613" y="1527244"/>
            <a:ext cx="9334664" cy="4317376"/>
          </a:xfrm>
        </p:spPr>
        <p:txBody>
          <a:bodyPr>
            <a:normAutofit/>
          </a:bodyPr>
          <a:lstStyle/>
          <a:p>
            <a:pPr algn="l"/>
            <a:r>
              <a:rPr lang="zh-CN" altLang="en-US" sz="2900" dirty="0"/>
              <a:t>问题： </a:t>
            </a:r>
          </a:p>
          <a:p>
            <a:endParaRPr lang="zh-CN" altLang="en-US" dirty="0"/>
          </a:p>
        </p:txBody>
      </p:sp>
      <p:graphicFrame>
        <p:nvGraphicFramePr>
          <p:cNvPr id="4" name="图示 3">
            <a:extLst>
              <a:ext uri="{FF2B5EF4-FFF2-40B4-BE49-F238E27FC236}">
                <a16:creationId xmlns:a16="http://schemas.microsoft.com/office/drawing/2014/main" id="{0F5396E8-090C-44F2-B876-6B08ECE3667F}"/>
              </a:ext>
            </a:extLst>
          </p:cNvPr>
          <p:cNvGraphicFramePr/>
          <p:nvPr>
            <p:extLst>
              <p:ext uri="{D42A27DB-BD31-4B8C-83A1-F6EECF244321}">
                <p14:modId xmlns:p14="http://schemas.microsoft.com/office/powerpoint/2010/main" val="928863888"/>
              </p:ext>
            </p:extLst>
          </p:nvPr>
        </p:nvGraphicFramePr>
        <p:xfrm>
          <a:off x="2430834" y="2283367"/>
          <a:ext cx="4355387" cy="33180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759413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22008EB2-D92C-4E8A-84C2-CCF92A36961D}"/>
              </a:ext>
            </a:extLst>
          </p:cNvPr>
          <p:cNvSpPr>
            <a:spLocks noGrp="1"/>
          </p:cNvSpPr>
          <p:nvPr>
            <p:ph type="subTitle" idx="1"/>
          </p:nvPr>
        </p:nvSpPr>
        <p:spPr>
          <a:xfrm>
            <a:off x="689727" y="254524"/>
            <a:ext cx="10812545" cy="5835192"/>
          </a:xfrm>
        </p:spPr>
        <p:txBody>
          <a:bodyPr>
            <a:normAutofit/>
          </a:bodyPr>
          <a:lstStyle/>
          <a:p>
            <a:pPr algn="l"/>
            <a:r>
              <a:rPr lang="zh-CN" altLang="en-US" dirty="0">
                <a:solidFill>
                  <a:schemeClr val="tx2">
                    <a:lumMod val="75000"/>
                  </a:schemeClr>
                </a:solidFill>
              </a:rPr>
              <a:t>为什么要检验？ </a:t>
            </a:r>
            <a:endParaRPr lang="en-US" altLang="zh-CN" dirty="0">
              <a:solidFill>
                <a:schemeClr val="tx2">
                  <a:lumMod val="75000"/>
                </a:schemeClr>
              </a:solidFill>
            </a:endParaRPr>
          </a:p>
          <a:p>
            <a:pPr algn="l"/>
            <a:r>
              <a:rPr lang="zh-CN" altLang="en-US" dirty="0"/>
              <a:t>        保护程序免糟非法输入数据的破坏，尽可能将异常数据对程序造成的影响控制在有限的范围内。</a:t>
            </a:r>
            <a:br>
              <a:rPr lang="zh-CN" altLang="en-US" dirty="0"/>
            </a:br>
            <a:r>
              <a:rPr lang="zh-CN" altLang="en-US" dirty="0"/>
              <a:t>  防御式编程主要思想：子程序应该不因传入错误数据而被破坏，哪怕是由其他子程序产生的错误数据。更一般地说，其核心思想是承认程序都会有问题，都需要被修改，聪明的程序员应该根据这一点来编程。</a:t>
            </a:r>
            <a:br>
              <a:rPr lang="zh-CN" altLang="en-US" dirty="0"/>
            </a:br>
            <a:r>
              <a:rPr lang="zh-CN" altLang="en-US" dirty="0"/>
              <a:t>  不管进来什么，好的程序都不会生成垃圾，而是做到“垃圾进，什么都不出”、“进来垃圾，出去是错误提示”或“不许垃圾进来”。</a:t>
            </a:r>
            <a:br>
              <a:rPr lang="zh-CN" altLang="en-US" dirty="0"/>
            </a:br>
            <a:endParaRPr lang="zh-CN" altLang="en-US" dirty="0"/>
          </a:p>
          <a:p>
            <a:pPr algn="r"/>
            <a:r>
              <a:rPr lang="en-US" altLang="zh-CN" dirty="0"/>
              <a:t>——《</a:t>
            </a:r>
            <a:r>
              <a:rPr lang="zh-CN" altLang="en-US" dirty="0"/>
              <a:t>代码大全</a:t>
            </a:r>
            <a:r>
              <a:rPr lang="en-US" altLang="zh-CN" dirty="0"/>
              <a:t>2》</a:t>
            </a:r>
            <a:r>
              <a:rPr lang="zh-CN" altLang="en-US" dirty="0"/>
              <a:t>第</a:t>
            </a:r>
            <a:r>
              <a:rPr lang="en-US" altLang="zh-CN" dirty="0"/>
              <a:t>8</a:t>
            </a:r>
            <a:r>
              <a:rPr lang="zh-CN" altLang="en-US" dirty="0"/>
              <a:t>章 防御式编程</a:t>
            </a:r>
          </a:p>
          <a:p>
            <a:pPr algn="l"/>
            <a:endParaRPr lang="zh-CN" altLang="en-US" dirty="0">
              <a:solidFill>
                <a:schemeClr val="tx2">
                  <a:lumMod val="75000"/>
                </a:schemeClr>
              </a:solidFill>
              <a:latin typeface="宋体" panose="02010600030101010101" pitchFamily="2" charset="-122"/>
              <a:ea typeface="宋体" panose="02010600030101010101" pitchFamily="2" charset="-122"/>
            </a:endParaRPr>
          </a:p>
        </p:txBody>
      </p:sp>
      <p:pic>
        <p:nvPicPr>
          <p:cNvPr id="8" name="图片 7">
            <a:extLst>
              <a:ext uri="{FF2B5EF4-FFF2-40B4-BE49-F238E27FC236}">
                <a16:creationId xmlns:a16="http://schemas.microsoft.com/office/drawing/2014/main" id="{705AB414-8D71-4763-8F4A-6B45D6E880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3694" y="4176075"/>
            <a:ext cx="1455811" cy="1831724"/>
          </a:xfrm>
          <a:prstGeom prst="rect">
            <a:avLst/>
          </a:prstGeom>
        </p:spPr>
      </p:pic>
    </p:spTree>
    <p:extLst>
      <p:ext uri="{BB962C8B-B14F-4D97-AF65-F5344CB8AC3E}">
        <p14:creationId xmlns:p14="http://schemas.microsoft.com/office/powerpoint/2010/main" val="14107770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22008EB2-D92C-4E8A-84C2-CCF92A36961D}"/>
              </a:ext>
            </a:extLst>
          </p:cNvPr>
          <p:cNvSpPr>
            <a:spLocks noGrp="1"/>
          </p:cNvSpPr>
          <p:nvPr>
            <p:ph type="subTitle" idx="1"/>
          </p:nvPr>
        </p:nvSpPr>
        <p:spPr>
          <a:xfrm>
            <a:off x="689727" y="254524"/>
            <a:ext cx="10812545" cy="5835192"/>
          </a:xfrm>
        </p:spPr>
        <p:txBody>
          <a:bodyPr>
            <a:normAutofit/>
          </a:bodyPr>
          <a:lstStyle/>
          <a:p>
            <a:pPr algn="l"/>
            <a:r>
              <a:rPr lang="zh-CN" altLang="en-US" dirty="0">
                <a:solidFill>
                  <a:schemeClr val="tx2">
                    <a:lumMod val="75000"/>
                  </a:schemeClr>
                </a:solidFill>
              </a:rPr>
              <a:t>哪些情况判为参数失效？ </a:t>
            </a:r>
          </a:p>
          <a:p>
            <a:pPr algn="l"/>
            <a:r>
              <a:rPr lang="zh-CN" altLang="en-US" dirty="0"/>
              <a:t>参数越界失效：参数值不在预期范围内。比如参数值超过上下限，数组下标越界。 </a:t>
            </a:r>
          </a:p>
          <a:p>
            <a:pPr algn="l"/>
            <a:r>
              <a:rPr lang="zh-CN" altLang="en-US" dirty="0"/>
              <a:t>符号异常失效：指正负号异常，应该尽可能使用无符号类型。 </a:t>
            </a:r>
          </a:p>
          <a:p>
            <a:pPr algn="l"/>
            <a:r>
              <a:rPr lang="zh-CN" altLang="en-US" dirty="0"/>
              <a:t>空指针失效：传递空指针。 </a:t>
            </a:r>
          </a:p>
          <a:p>
            <a:pPr algn="l"/>
            <a:r>
              <a:rPr lang="zh-CN" altLang="en-US" dirty="0"/>
              <a:t>数据过期失效：原本实时更新的数据长期未变化。 </a:t>
            </a:r>
          </a:p>
          <a:p>
            <a:pPr algn="l"/>
            <a:r>
              <a:rPr lang="zh-CN" altLang="en-US" dirty="0"/>
              <a:t>跳变失效：数据波动异常的大或小。 </a:t>
            </a:r>
          </a:p>
          <a:p>
            <a:pPr algn="l"/>
            <a:r>
              <a:rPr lang="zh-CN" altLang="en-US" dirty="0"/>
              <a:t>关联数据异常失效：指两个以上的数据值之间有依赖和关联，当值不符合依赖关联性时认为失效。</a:t>
            </a:r>
          </a:p>
          <a:p>
            <a:pPr algn="l"/>
            <a:endParaRPr lang="zh-CN" altLang="en-US" dirty="0">
              <a:solidFill>
                <a:schemeClr val="tx2">
                  <a:lumMod val="75000"/>
                </a:schemeClr>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1492035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22008EB2-D92C-4E8A-84C2-CCF92A36961D}"/>
              </a:ext>
            </a:extLst>
          </p:cNvPr>
          <p:cNvSpPr>
            <a:spLocks noGrp="1"/>
          </p:cNvSpPr>
          <p:nvPr>
            <p:ph type="subTitle" idx="1"/>
          </p:nvPr>
        </p:nvSpPr>
        <p:spPr>
          <a:xfrm>
            <a:off x="689727" y="254524"/>
            <a:ext cx="10812545" cy="5835192"/>
          </a:xfrm>
        </p:spPr>
        <p:txBody>
          <a:bodyPr>
            <a:normAutofit/>
          </a:bodyPr>
          <a:lstStyle/>
          <a:p>
            <a:pPr algn="l"/>
            <a:r>
              <a:rPr lang="zh-CN" altLang="en-US" dirty="0">
                <a:solidFill>
                  <a:schemeClr val="tx2">
                    <a:lumMod val="75000"/>
                  </a:schemeClr>
                </a:solidFill>
              </a:rPr>
              <a:t>有哪些参数需要检验？ </a:t>
            </a:r>
          </a:p>
          <a:p>
            <a:pPr algn="l"/>
            <a:r>
              <a:rPr lang="zh-CN" altLang="en-US" dirty="0"/>
              <a:t>最佳的形式是在一开始就不引入错误。</a:t>
            </a:r>
            <a:endParaRPr lang="en-US" altLang="zh-CN" dirty="0"/>
          </a:p>
          <a:p>
            <a:pPr algn="l"/>
            <a:endParaRPr lang="en-US" altLang="zh-CN" dirty="0"/>
          </a:p>
          <a:p>
            <a:pPr algn="l"/>
            <a:r>
              <a:rPr lang="zh-CN" altLang="en-US" dirty="0"/>
              <a:t>从数据来源讲：</a:t>
            </a:r>
            <a:br>
              <a:rPr lang="zh-CN" altLang="en-US" dirty="0"/>
            </a:br>
            <a:r>
              <a:rPr lang="zh-CN" altLang="en-US" dirty="0"/>
              <a:t>        检查来源于外部的数据的值。 </a:t>
            </a:r>
          </a:p>
          <a:p>
            <a:pPr lvl="1" algn="l"/>
            <a:r>
              <a:rPr lang="zh-CN" altLang="en-US" dirty="0"/>
              <a:t>检查子程序的输入参数的值。 </a:t>
            </a:r>
          </a:p>
          <a:p>
            <a:pPr algn="l"/>
            <a:endParaRPr lang="en-US" altLang="zh-CN" dirty="0">
              <a:solidFill>
                <a:schemeClr val="tx2">
                  <a:lumMod val="75000"/>
                </a:schemeClr>
              </a:solidFill>
              <a:latin typeface="宋体" panose="02010600030101010101" pitchFamily="2" charset="-122"/>
              <a:ea typeface="宋体" panose="02010600030101010101" pitchFamily="2" charset="-122"/>
            </a:endParaRPr>
          </a:p>
        </p:txBody>
      </p:sp>
      <p:sp>
        <p:nvSpPr>
          <p:cNvPr id="6" name="椭圆 5">
            <a:extLst>
              <a:ext uri="{FF2B5EF4-FFF2-40B4-BE49-F238E27FC236}">
                <a16:creationId xmlns:a16="http://schemas.microsoft.com/office/drawing/2014/main" id="{229B9E29-0ACC-43CF-AB45-704321073236}"/>
              </a:ext>
            </a:extLst>
          </p:cNvPr>
          <p:cNvSpPr/>
          <p:nvPr/>
        </p:nvSpPr>
        <p:spPr>
          <a:xfrm>
            <a:off x="7638118" y="3323382"/>
            <a:ext cx="1706251" cy="7824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中间层</a:t>
            </a:r>
          </a:p>
        </p:txBody>
      </p:sp>
      <p:sp>
        <p:nvSpPr>
          <p:cNvPr id="7" name="椭圆 6">
            <a:extLst>
              <a:ext uri="{FF2B5EF4-FFF2-40B4-BE49-F238E27FC236}">
                <a16:creationId xmlns:a16="http://schemas.microsoft.com/office/drawing/2014/main" id="{7BF34849-90D6-408C-B8A3-C4D032B77B72}"/>
              </a:ext>
            </a:extLst>
          </p:cNvPr>
          <p:cNvSpPr/>
          <p:nvPr/>
        </p:nvSpPr>
        <p:spPr>
          <a:xfrm>
            <a:off x="7638117" y="2052335"/>
            <a:ext cx="1706251" cy="7824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上层</a:t>
            </a:r>
          </a:p>
        </p:txBody>
      </p:sp>
      <p:sp>
        <p:nvSpPr>
          <p:cNvPr id="8" name="椭圆 7">
            <a:extLst>
              <a:ext uri="{FF2B5EF4-FFF2-40B4-BE49-F238E27FC236}">
                <a16:creationId xmlns:a16="http://schemas.microsoft.com/office/drawing/2014/main" id="{28149341-6BD0-4729-867B-4D81EC6BA550}"/>
              </a:ext>
            </a:extLst>
          </p:cNvPr>
          <p:cNvSpPr/>
          <p:nvPr/>
        </p:nvSpPr>
        <p:spPr>
          <a:xfrm>
            <a:off x="7638116" y="4594429"/>
            <a:ext cx="1706251" cy="7824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底层层</a:t>
            </a:r>
          </a:p>
        </p:txBody>
      </p:sp>
      <p:sp>
        <p:nvSpPr>
          <p:cNvPr id="9" name="矩形: 圆角 8">
            <a:extLst>
              <a:ext uri="{FF2B5EF4-FFF2-40B4-BE49-F238E27FC236}">
                <a16:creationId xmlns:a16="http://schemas.microsoft.com/office/drawing/2014/main" id="{9D0BF18F-CA9E-4DD0-A148-53AD7CE0CB06}"/>
              </a:ext>
            </a:extLst>
          </p:cNvPr>
          <p:cNvSpPr/>
          <p:nvPr/>
        </p:nvSpPr>
        <p:spPr>
          <a:xfrm>
            <a:off x="5449895" y="2052335"/>
            <a:ext cx="1366887" cy="782424"/>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网络通讯</a:t>
            </a:r>
          </a:p>
        </p:txBody>
      </p:sp>
      <p:sp>
        <p:nvSpPr>
          <p:cNvPr id="11" name="箭头: 右 10">
            <a:extLst>
              <a:ext uri="{FF2B5EF4-FFF2-40B4-BE49-F238E27FC236}">
                <a16:creationId xmlns:a16="http://schemas.microsoft.com/office/drawing/2014/main" id="{C4911DAC-4FC8-4026-82DB-1F50063E0609}"/>
              </a:ext>
            </a:extLst>
          </p:cNvPr>
          <p:cNvSpPr/>
          <p:nvPr/>
        </p:nvSpPr>
        <p:spPr>
          <a:xfrm>
            <a:off x="6910849" y="2362274"/>
            <a:ext cx="633200" cy="162546"/>
          </a:xfrm>
          <a:prstGeom prst="right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0C5CB776-477E-469F-A393-DEF0871AD61F}"/>
              </a:ext>
            </a:extLst>
          </p:cNvPr>
          <p:cNvSpPr/>
          <p:nvPr/>
        </p:nvSpPr>
        <p:spPr>
          <a:xfrm>
            <a:off x="10135385" y="4630414"/>
            <a:ext cx="1366887" cy="782424"/>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硬件采集</a:t>
            </a:r>
          </a:p>
        </p:txBody>
      </p:sp>
      <p:sp>
        <p:nvSpPr>
          <p:cNvPr id="15" name="箭头: 右 14">
            <a:extLst>
              <a:ext uri="{FF2B5EF4-FFF2-40B4-BE49-F238E27FC236}">
                <a16:creationId xmlns:a16="http://schemas.microsoft.com/office/drawing/2014/main" id="{CEA9C047-AFF3-4AF9-976C-8CDD3C8D13BC}"/>
              </a:ext>
            </a:extLst>
          </p:cNvPr>
          <p:cNvSpPr/>
          <p:nvPr/>
        </p:nvSpPr>
        <p:spPr>
          <a:xfrm rot="10800000">
            <a:off x="9423276" y="4904368"/>
            <a:ext cx="633200" cy="162546"/>
          </a:xfrm>
          <a:prstGeom prst="right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箭头: 上下 15">
            <a:extLst>
              <a:ext uri="{FF2B5EF4-FFF2-40B4-BE49-F238E27FC236}">
                <a16:creationId xmlns:a16="http://schemas.microsoft.com/office/drawing/2014/main" id="{242DBDBB-7878-4652-81E4-28A73E104551}"/>
              </a:ext>
            </a:extLst>
          </p:cNvPr>
          <p:cNvSpPr/>
          <p:nvPr/>
        </p:nvSpPr>
        <p:spPr>
          <a:xfrm>
            <a:off x="8404915" y="2881575"/>
            <a:ext cx="172652" cy="368749"/>
          </a:xfrm>
          <a:prstGeom prst="upDown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箭头: 上下 16">
            <a:extLst>
              <a:ext uri="{FF2B5EF4-FFF2-40B4-BE49-F238E27FC236}">
                <a16:creationId xmlns:a16="http://schemas.microsoft.com/office/drawing/2014/main" id="{F40A20C3-4FFA-4C43-BD5B-EB56E93AFAC2}"/>
              </a:ext>
            </a:extLst>
          </p:cNvPr>
          <p:cNvSpPr/>
          <p:nvPr/>
        </p:nvSpPr>
        <p:spPr>
          <a:xfrm>
            <a:off x="8404915" y="4152574"/>
            <a:ext cx="172652" cy="368749"/>
          </a:xfrm>
          <a:prstGeom prst="upDown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2A2B0C46-AEBC-4FD3-A51F-B8AC619D72FF}"/>
              </a:ext>
            </a:extLst>
          </p:cNvPr>
          <p:cNvSpPr txBox="1"/>
          <p:nvPr/>
        </p:nvSpPr>
        <p:spPr>
          <a:xfrm>
            <a:off x="7639187" y="5572247"/>
            <a:ext cx="1876759" cy="369332"/>
          </a:xfrm>
          <a:prstGeom prst="rect">
            <a:avLst/>
          </a:prstGeom>
          <a:noFill/>
        </p:spPr>
        <p:txBody>
          <a:bodyPr wrap="square" rtlCol="0">
            <a:spAutoFit/>
          </a:bodyPr>
          <a:lstStyle/>
          <a:p>
            <a:pPr algn="ctr"/>
            <a:r>
              <a:rPr lang="zh-CN" altLang="en-US" dirty="0"/>
              <a:t>图</a:t>
            </a:r>
            <a:r>
              <a:rPr lang="en-US" altLang="zh-CN" dirty="0"/>
              <a:t>-</a:t>
            </a:r>
            <a:r>
              <a:rPr lang="zh-CN" altLang="en-US" dirty="0"/>
              <a:t>外部数据传递</a:t>
            </a:r>
          </a:p>
        </p:txBody>
      </p:sp>
    </p:spTree>
    <p:extLst>
      <p:ext uri="{BB962C8B-B14F-4D97-AF65-F5344CB8AC3E}">
        <p14:creationId xmlns:p14="http://schemas.microsoft.com/office/powerpoint/2010/main" val="34374510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22008EB2-D92C-4E8A-84C2-CCF92A36961D}"/>
              </a:ext>
            </a:extLst>
          </p:cNvPr>
          <p:cNvSpPr>
            <a:spLocks noGrp="1"/>
          </p:cNvSpPr>
          <p:nvPr>
            <p:ph type="subTitle" idx="1"/>
          </p:nvPr>
        </p:nvSpPr>
        <p:spPr>
          <a:xfrm>
            <a:off x="689727" y="254524"/>
            <a:ext cx="10812545" cy="5835192"/>
          </a:xfrm>
        </p:spPr>
        <p:txBody>
          <a:bodyPr>
            <a:normAutofit/>
          </a:bodyPr>
          <a:lstStyle/>
          <a:p>
            <a:pPr lvl="0" algn="l"/>
            <a:r>
              <a:rPr lang="zh-CN" altLang="en-US" dirty="0">
                <a:solidFill>
                  <a:schemeClr val="tx2">
                    <a:lumMod val="75000"/>
                  </a:schemeClr>
                </a:solidFill>
              </a:rPr>
              <a:t>怎么检测？ </a:t>
            </a:r>
          </a:p>
          <a:p>
            <a:pPr algn="l"/>
            <a:r>
              <a:rPr lang="zh-CN" altLang="en-US" dirty="0"/>
              <a:t>对参数进行失效检验意味着需要存储有一些有关参数的信息，可以定义结构体化的参数。</a:t>
            </a:r>
            <a:endParaRPr lang="en-US" altLang="zh-CN" dirty="0"/>
          </a:p>
          <a:p>
            <a:pPr algn="l"/>
            <a:endParaRPr lang="en-US" altLang="zh-CN" dirty="0">
              <a:solidFill>
                <a:schemeClr val="tx2">
                  <a:lumMod val="75000"/>
                </a:schemeClr>
              </a:solidFill>
              <a:latin typeface="宋体" panose="02010600030101010101" pitchFamily="2" charset="-122"/>
              <a:ea typeface="宋体" panose="02010600030101010101" pitchFamily="2" charset="-122"/>
            </a:endParaRPr>
          </a:p>
          <a:p>
            <a:pPr algn="l"/>
            <a:endParaRPr lang="zh-CN" altLang="en-US" dirty="0">
              <a:solidFill>
                <a:schemeClr val="tx2">
                  <a:lumMod val="75000"/>
                </a:schemeClr>
              </a:solidFill>
              <a:latin typeface="宋体" panose="02010600030101010101" pitchFamily="2" charset="-122"/>
              <a:ea typeface="宋体" panose="02010600030101010101" pitchFamily="2" charset="-122"/>
            </a:endParaRPr>
          </a:p>
        </p:txBody>
      </p:sp>
      <p:graphicFrame>
        <p:nvGraphicFramePr>
          <p:cNvPr id="4" name="图示 3">
            <a:extLst>
              <a:ext uri="{FF2B5EF4-FFF2-40B4-BE49-F238E27FC236}">
                <a16:creationId xmlns:a16="http://schemas.microsoft.com/office/drawing/2014/main" id="{333F55E9-2F52-474A-AC21-AE2FA4F41289}"/>
              </a:ext>
            </a:extLst>
          </p:cNvPr>
          <p:cNvGraphicFramePr/>
          <p:nvPr>
            <p:extLst>
              <p:ext uri="{D42A27DB-BD31-4B8C-83A1-F6EECF244321}">
                <p14:modId xmlns:p14="http://schemas.microsoft.com/office/powerpoint/2010/main" val="3628551811"/>
              </p:ext>
            </p:extLst>
          </p:nvPr>
        </p:nvGraphicFramePr>
        <p:xfrm>
          <a:off x="777274" y="768284"/>
          <a:ext cx="9047661" cy="427062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207407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22008EB2-D92C-4E8A-84C2-CCF92A36961D}"/>
              </a:ext>
            </a:extLst>
          </p:cNvPr>
          <p:cNvSpPr>
            <a:spLocks noGrp="1"/>
          </p:cNvSpPr>
          <p:nvPr>
            <p:ph type="subTitle" idx="1"/>
          </p:nvPr>
        </p:nvSpPr>
        <p:spPr>
          <a:xfrm>
            <a:off x="689727" y="254524"/>
            <a:ext cx="10812545" cy="5835192"/>
          </a:xfrm>
        </p:spPr>
        <p:txBody>
          <a:bodyPr>
            <a:normAutofit/>
          </a:bodyPr>
          <a:lstStyle/>
          <a:p>
            <a:pPr lvl="0" algn="l"/>
            <a:r>
              <a:rPr lang="zh-CN" altLang="en-US" dirty="0">
                <a:solidFill>
                  <a:schemeClr val="tx2">
                    <a:lumMod val="75000"/>
                  </a:schemeClr>
                </a:solidFill>
              </a:rPr>
              <a:t>怎么处理？</a:t>
            </a:r>
            <a:endParaRPr lang="en-US" altLang="zh-CN" dirty="0">
              <a:solidFill>
                <a:schemeClr val="tx2">
                  <a:lumMod val="75000"/>
                </a:schemeClr>
              </a:solidFill>
            </a:endParaRPr>
          </a:p>
          <a:p>
            <a:pPr algn="l"/>
            <a:endParaRPr lang="en-US" altLang="zh-CN" dirty="0">
              <a:solidFill>
                <a:schemeClr val="tx2">
                  <a:lumMod val="75000"/>
                </a:schemeClr>
              </a:solidFill>
              <a:latin typeface="宋体" panose="02010600030101010101" pitchFamily="2" charset="-122"/>
              <a:ea typeface="宋体" panose="02010600030101010101" pitchFamily="2" charset="-122"/>
            </a:endParaRPr>
          </a:p>
          <a:p>
            <a:pPr algn="l"/>
            <a:endParaRPr lang="zh-CN" altLang="en-US" dirty="0">
              <a:solidFill>
                <a:schemeClr val="tx2">
                  <a:lumMod val="75000"/>
                </a:schemeClr>
              </a:solidFill>
              <a:latin typeface="宋体" panose="02010600030101010101" pitchFamily="2" charset="-122"/>
              <a:ea typeface="宋体" panose="02010600030101010101" pitchFamily="2" charset="-122"/>
            </a:endParaRPr>
          </a:p>
        </p:txBody>
      </p:sp>
      <p:graphicFrame>
        <p:nvGraphicFramePr>
          <p:cNvPr id="4" name="图示 3">
            <a:extLst>
              <a:ext uri="{FF2B5EF4-FFF2-40B4-BE49-F238E27FC236}">
                <a16:creationId xmlns:a16="http://schemas.microsoft.com/office/drawing/2014/main" id="{333F55E9-2F52-474A-AC21-AE2FA4F41289}"/>
              </a:ext>
            </a:extLst>
          </p:cNvPr>
          <p:cNvGraphicFramePr/>
          <p:nvPr>
            <p:extLst>
              <p:ext uri="{D42A27DB-BD31-4B8C-83A1-F6EECF244321}">
                <p14:modId xmlns:p14="http://schemas.microsoft.com/office/powerpoint/2010/main" val="1196210771"/>
              </p:ext>
            </p:extLst>
          </p:nvPr>
        </p:nvGraphicFramePr>
        <p:xfrm>
          <a:off x="806457" y="254524"/>
          <a:ext cx="10695815" cy="55820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63931428"/>
      </p:ext>
    </p:extLst>
  </p:cSld>
  <p:clrMapOvr>
    <a:masterClrMapping/>
  </p:clrMapOvr>
</p:sld>
</file>

<file path=ppt/theme/theme1.xml><?xml version="1.0" encoding="utf-8"?>
<a:theme xmlns:a="http://schemas.openxmlformats.org/drawingml/2006/main" name="画廊">
  <a:themeElements>
    <a:clrScheme name="画廊">
      <a:dk1>
        <a:sysClr val="windowText" lastClr="000000"/>
      </a:dk1>
      <a:lt1>
        <a:sysClr val="window" lastClr="FFFFFF"/>
      </a:lt1>
      <a:dk2>
        <a:srgbClr val="454545"/>
      </a:dk2>
      <a:lt2>
        <a:srgbClr val="DFD9D5"/>
      </a:lt2>
      <a:accent1>
        <a:srgbClr val="FB8C29"/>
      </a:accent1>
      <a:accent2>
        <a:srgbClr val="F2C351"/>
      </a:accent2>
      <a:accent3>
        <a:srgbClr val="D0CBA5"/>
      </a:accent3>
      <a:accent4>
        <a:srgbClr val="A2C476"/>
      </a:accent4>
      <a:accent5>
        <a:srgbClr val="57C293"/>
      </a:accent5>
      <a:accent6>
        <a:srgbClr val="06BFDE"/>
      </a:accent6>
      <a:hlink>
        <a:srgbClr val="FBAE29"/>
      </a:hlink>
      <a:folHlink>
        <a:srgbClr val="EDC47E"/>
      </a:folHlink>
    </a:clrScheme>
    <a:fontScheme name="画廊">
      <a:majorFont>
        <a:latin typeface="Rockwell" panose="020606030202050204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画廊">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BB5F5D82-B5E9-469E-A815-C655ED4AF243}"/>
    </a:ext>
  </a:extLst>
</a:theme>
</file>

<file path=docProps/app.xml><?xml version="1.0" encoding="utf-8"?>
<Properties xmlns="http://schemas.openxmlformats.org/officeDocument/2006/extended-properties" xmlns:vt="http://schemas.openxmlformats.org/officeDocument/2006/docPropsVTypes">
  <Template>Gallery</Template>
  <TotalTime>254</TotalTime>
  <Words>734</Words>
  <Application>Microsoft Office PowerPoint</Application>
  <PresentationFormat>宽屏</PresentationFormat>
  <Paragraphs>54</Paragraphs>
  <Slides>6</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6</vt:i4>
      </vt:variant>
    </vt:vector>
  </HeadingPairs>
  <TitlesOfParts>
    <vt:vector size="10" baseType="lpstr">
      <vt:lpstr>宋体</vt:lpstr>
      <vt:lpstr>Arial</vt:lpstr>
      <vt:lpstr>Rockwell</vt:lpstr>
      <vt:lpstr>画廊</vt:lpstr>
      <vt:lpstr>参数有效性检验</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输入有效性检验</dc:title>
  <dc:creator>鹏宇 陈</dc:creator>
  <cp:lastModifiedBy>鹏宇 陈</cp:lastModifiedBy>
  <cp:revision>47</cp:revision>
  <dcterms:created xsi:type="dcterms:W3CDTF">2018-12-09T06:01:05Z</dcterms:created>
  <dcterms:modified xsi:type="dcterms:W3CDTF">2018-12-09T10:17:41Z</dcterms:modified>
</cp:coreProperties>
</file>